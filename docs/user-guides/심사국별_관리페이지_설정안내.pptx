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afb117ef884d81" /><Relationship Type="http://schemas.openxmlformats.org/officeDocument/2006/relationships/extended-properties" Target="/docProps/app.xml" Id="Reafb860e3cc24012" /><Relationship Type="http://schemas.openxmlformats.org/officeDocument/2006/relationships/officeDocument" Target="/ppt/presentation.xml" Id="Rdd76901853e940ed" /></Relationships>
</file>

<file path=ppt/presentation.xml><?xml version="1.0" encoding="utf-8"?>
<p:presentation xmlns:p="http://schemas.openxmlformats.org/presentationml/2006/main">
  <p:sldMasterIdLst>
    <p:sldMasterId xmlns:r="http://schemas.openxmlformats.org/officeDocument/2006/relationships" id="2147483648" r:id="R3ab50859fa944c2e"/>
  </p:sldMasterIdLst>
  <p:notesMasterIdLst>
    <p:notesMasterId xmlns:r="http://schemas.openxmlformats.org/officeDocument/2006/relationships" r:id="R38a195db197b4e2b"/>
  </p:notesMasterIdLst>
  <p:sldIdLst>
    <p:sldId xmlns:r="http://schemas.openxmlformats.org/officeDocument/2006/relationships" id="256" r:id="Rdc087b1beaf447e7"/>
    <p:sldId xmlns:r="http://schemas.openxmlformats.org/officeDocument/2006/relationships" id="257" r:id="Rcfafb03bd5bb40e8"/>
    <p:sldId xmlns:r="http://schemas.openxmlformats.org/officeDocument/2006/relationships" id="258" r:id="Rf810be35f60e4387"/>
    <p:sldId xmlns:r="http://schemas.openxmlformats.org/officeDocument/2006/relationships" id="259" r:id="Rc6bdc182df3e4793"/>
    <p:sldId xmlns:r="http://schemas.openxmlformats.org/officeDocument/2006/relationships" id="260" r:id="Rc129bac6eec14a72"/>
    <p:sldId xmlns:r="http://schemas.openxmlformats.org/officeDocument/2006/relationships" id="261" r:id="Rab7da54551d042ea"/>
    <p:sldId xmlns:r="http://schemas.openxmlformats.org/officeDocument/2006/relationships" id="262" r:id="R08b5cf0b27714422"/>
    <p:sldId xmlns:r="http://schemas.openxmlformats.org/officeDocument/2006/relationships" id="263" r:id="R5d04757699d94804"/>
    <p:sldId xmlns:r="http://schemas.openxmlformats.org/officeDocument/2006/relationships" id="264" r:id="R09fc0c9239c749e7"/>
    <p:sldId xmlns:r="http://schemas.openxmlformats.org/officeDocument/2006/relationships" id="265" r:id="R61ca2da704c643bd"/>
    <p:sldId xmlns:r="http://schemas.openxmlformats.org/officeDocument/2006/relationships" id="266" r:id="R4f69f7673ffa4dd3"/>
    <p:sldId xmlns:r="http://schemas.openxmlformats.org/officeDocument/2006/relationships" id="267" r:id="R1bb542a94d384fb2"/>
    <p:sldId xmlns:r="http://schemas.openxmlformats.org/officeDocument/2006/relationships" id="268" r:id="Rfdb20d7096724740"/>
    <p:sldId xmlns:r="http://schemas.openxmlformats.org/officeDocument/2006/relationships" id="269" r:id="Rd0967bc5651c4cb6"/>
    <p:sldId xmlns:r="http://schemas.openxmlformats.org/officeDocument/2006/relationships" id="270" r:id="R55049f33185e4fb0"/>
    <p:sldId xmlns:r="http://schemas.openxmlformats.org/officeDocument/2006/relationships" id="271" r:id="R18f02f8ac75e4910"/>
  </p:sldIdLst>
  <p:sldSz cx="13716000" cy="771525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061cac866c4c0f" /><Relationship Type="http://schemas.openxmlformats.org/officeDocument/2006/relationships/slideMaster" Target="/ppt/slideMasters/slideMaster1.xml" Id="R3ab50859fa944c2e" /><Relationship Type="http://schemas.openxmlformats.org/officeDocument/2006/relationships/notesMaster" Target="/ppt/notesMasters/notesMaster1.xml" Id="R38a195db197b4e2b" /><Relationship Type="http://schemas.openxmlformats.org/officeDocument/2006/relationships/presProps" Target="/ppt/presProps.xml" Id="R55440900f9fc4624" /><Relationship Type="http://schemas.openxmlformats.org/officeDocument/2006/relationships/tableStyles" Target="/ppt/tableStyles.xml" Id="R8c087305ffdf4da0" /><Relationship Type="http://schemas.openxmlformats.org/officeDocument/2006/relationships/slide" Target="/ppt/slides/slide1.xml" Id="Rdc087b1beaf447e7" /><Relationship Type="http://schemas.openxmlformats.org/officeDocument/2006/relationships/slide" Target="/ppt/slides/slide2.xml" Id="Rcfafb03bd5bb40e8" /><Relationship Type="http://schemas.openxmlformats.org/officeDocument/2006/relationships/slide" Target="/ppt/slides/slide3.xml" Id="Rf810be35f60e4387" /><Relationship Type="http://schemas.openxmlformats.org/officeDocument/2006/relationships/slide" Target="/ppt/slides/slide4.xml" Id="Rc6bdc182df3e4793" /><Relationship Type="http://schemas.openxmlformats.org/officeDocument/2006/relationships/slide" Target="/ppt/slides/slide5.xml" Id="Rc129bac6eec14a72" /><Relationship Type="http://schemas.openxmlformats.org/officeDocument/2006/relationships/slide" Target="/ppt/slides/slide6.xml" Id="Rab7da54551d042ea" /><Relationship Type="http://schemas.openxmlformats.org/officeDocument/2006/relationships/slide" Target="/ppt/slides/slide7.xml" Id="R08b5cf0b27714422" /><Relationship Type="http://schemas.openxmlformats.org/officeDocument/2006/relationships/slide" Target="/ppt/slides/slide8.xml" Id="R5d04757699d94804" /><Relationship Type="http://schemas.openxmlformats.org/officeDocument/2006/relationships/slide" Target="/ppt/slides/slide9.xml" Id="R09fc0c9239c749e7" /><Relationship Type="http://schemas.openxmlformats.org/officeDocument/2006/relationships/slide" Target="/ppt/slides/slide10.xml" Id="R61ca2da704c643bd" /><Relationship Type="http://schemas.openxmlformats.org/officeDocument/2006/relationships/slide" Target="/ppt/slides/slide11.xml" Id="R4f69f7673ffa4dd3" /><Relationship Type="http://schemas.openxmlformats.org/officeDocument/2006/relationships/slide" Target="/ppt/slides/slide12.xml" Id="R1bb542a94d384fb2" /><Relationship Type="http://schemas.openxmlformats.org/officeDocument/2006/relationships/slide" Target="/ppt/slides/slide13.xml" Id="Rfdb20d7096724740" /><Relationship Type="http://schemas.openxmlformats.org/officeDocument/2006/relationships/slide" Target="/ppt/slides/slide14.xml" Id="Rd0967bc5651c4cb6" /><Relationship Type="http://schemas.openxmlformats.org/officeDocument/2006/relationships/slide" Target="/ppt/slides/slide15.xml" Id="R55049f33185e4fb0" /><Relationship Type="http://schemas.openxmlformats.org/officeDocument/2006/relationships/slide" Target="/ppt/slides/slide16.xml" Id="R18f02f8ac75e49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5b7bbafdce43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6fa4c63b0f42e6" /><Relationship Type="http://schemas.openxmlformats.org/officeDocument/2006/relationships/notesMaster" Target="/ppt/notesMasters/notesMaster1.xml" Id="R0576b4fab22045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368e02d5e6428d" /><Relationship Type="http://schemas.openxmlformats.org/officeDocument/2006/relationships/notesMaster" Target="/ppt/notesMasters/notesMaster1.xml" Id="R7bc89f1aa37549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6c7b71ec2e4473" /><Relationship Type="http://schemas.openxmlformats.org/officeDocument/2006/relationships/notesMaster" Target="/ppt/notesMasters/notesMaster1.xml" Id="R9d545af4b4bf40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19be0d58ff4f20" /><Relationship Type="http://schemas.openxmlformats.org/officeDocument/2006/relationships/notesMaster" Target="/ppt/notesMasters/notesMaster1.xml" Id="R05d27ee901144b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f3a1130e264c4b" /><Relationship Type="http://schemas.openxmlformats.org/officeDocument/2006/relationships/notesMaster" Target="/ppt/notesMasters/notesMaster1.xml" Id="Re7912b3b44d245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70a7f7c5414a4f" /><Relationship Type="http://schemas.openxmlformats.org/officeDocument/2006/relationships/notesMaster" Target="/ppt/notesMasters/notesMaster1.xml" Id="Ra9e0b1ad96f541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a291044efdf48e4" /><Relationship Type="http://schemas.openxmlformats.org/officeDocument/2006/relationships/notesMaster" Target="/ppt/notesMasters/notesMaster1.xml" Id="R46f20fd2cd4e403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4f2a5bcbf349e7" /><Relationship Type="http://schemas.openxmlformats.org/officeDocument/2006/relationships/notesMaster" Target="/ppt/notesMasters/notesMaster1.xml" Id="Radc6463cec044f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8d227731654ba1" /><Relationship Type="http://schemas.openxmlformats.org/officeDocument/2006/relationships/notesMaster" Target="/ppt/notesMasters/notesMaster1.xml" Id="Rc7f636558db24a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3e84d7516048bd" /><Relationship Type="http://schemas.openxmlformats.org/officeDocument/2006/relationships/notesMaster" Target="/ppt/notesMasters/notesMaster1.xml" Id="Rbded70f8431a4c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fc1d2065d04f66" /><Relationship Type="http://schemas.openxmlformats.org/officeDocument/2006/relationships/notesMaster" Target="/ppt/notesMasters/notesMaster1.xml" Id="Ref2012d7bedf40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f281f1fb4a5400e" /><Relationship Type="http://schemas.openxmlformats.org/officeDocument/2006/relationships/notesMaster" Target="/ppt/notesMasters/notesMaster1.xml" Id="R8dbad4a8e2fe4a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e381b98a79401c" /><Relationship Type="http://schemas.openxmlformats.org/officeDocument/2006/relationships/notesMaster" Target="/ppt/notesMasters/notesMaster1.xml" Id="R64eb4aeda26f43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08e3f766f64e67" /><Relationship Type="http://schemas.openxmlformats.org/officeDocument/2006/relationships/notesMaster" Target="/ppt/notesMasters/notesMaster1.xml" Id="R8ac2da5a16bc4b3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4a170c4f842406e" /><Relationship Type="http://schemas.openxmlformats.org/officeDocument/2006/relationships/notesMaster" Target="/ppt/notesMasters/notesMaster1.xml" Id="R2dc3b5e5f3294c5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9e26f8411048e1" /><Relationship Type="http://schemas.openxmlformats.org/officeDocument/2006/relationships/notesMaster" Target="/ppt/notesMasters/notesMaster1.xml" Id="R3adf2619caf24b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여섯 심사국은 동일한 관리 기능을 제공하고 자료와 설정을 독립적으로 저장합니다. 기획국의 교육용 화면으로 설정 항목과 영향을 설명합니다. 인물·배정·출원 배치·입력 결과·통계는 교육용 예시입니다.</a:t>
            </a:r>
          </a:p>
          <a:p xmlns:a="http://schemas.openxmlformats.org/drawingml/2006/main">
            <a:r>
              <a:t/>
            </a:r>
          </a:p>
          <a:p xmlns:a="http://schemas.openxmlformats.org/drawingml/2006/main">
            <a:r>
              <a:t>https://github.com/sohnjun96/PatentExamTools/blob/feat/ai-evaluation-workspace/docs/BUREAU_WORKSPACES.md</a:t>
            </a:r>
          </a:p>
          <a:p xmlns:a="http://schemas.openxmlformats.org/drawingml/2006/main">
            <a:r>
              <a:t>https://github.com/sohnjun96/PatentExamTools/blob/feat/ai-evaluation-workspace/app/evaluation/admin-workspace.tsx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일반 화면에는 관리자 진입 링크가 없으므로 관리 주소에 직접 접속합니다. 심사국은 URL에 따라 고정됩니다.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https://github.com/sohnjun96/PatentExamTools/blob/feat/ai-evaluation-workspace/app/lib/bureaus.ts</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월별 운영은 여러 월의 단계 상태와 기한을 한 표에서 관리합니다. 심사관 관리에는 별도의 월별 참여 등록이나 AI 배정 일괄 저장이 없습니다.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https://github.com/sohnjun96/PatentExamTools/blob/feat/ai-evaluation-workspace/app/evaluation/examiner-manager.tsx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심사관 관리의 위쪽에는 그룹, 아래쪽에는 심사관 표가 있습니다. 메뉴 상단의 심사국 표시와 접속 주소를 먼저 확인합니다.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https://github.com/sohnjun96/PatentExamTools/blob/feat/ai-evaluation-workspace/app/evaluation/workspace.tsx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권한은 심사관·AI 담당자·관리자 중 1개 이상을 선택합니다. 심사국은 접속한 관리 페이지의 값으로 고정됩니다. 한 사람의 소속 그룹은 하나입니다. 비활성 계정에는 신규 AI 업무를 배정할 수 없습니다.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https://github.com/sohnjun96/PatentExamTools/blob/feat/ai-evaluation-workspace/app/evaluation/examiner-manager.tsx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신규 심사국에는 그룹 1과 그룹 2가 기본으로 생성됩니다. 그룹 이름을 바꿔도 기존 확정 출원의 그룹명 기록은 바뀌지 않습니다. 그룹을 삭제하면 그룹원은 그룹 미배정이 되고, 기존 확정 출원·결과·평가는 유지합니다. 확정 출원이 있는 그룹의 AI 배정은 기존 출원 그룹에서 확인합니다.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https://github.com/sohnjun96/PatentExamTools/blob/feat/ai-evaluation-workspace/app/evaluation/examiner-manager.tsx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소속 그룹과 별개로 다른 그룹의 AI 업무도 맡을 수 있습니다. 다른 담당자의 조합을 선택하면 저장 전에 담당자 변경 내역을 표시합니다. 기본 정보·소속·담당 AI는 변경 저장으로 한 번에 반영합니다. AI 담당자 권한을 해제하면 담당 AI 배정도 해제합니다.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https://github.com/sohnjun96/PatentExamTools/blob/feat/ai-evaluation-workspace/app/evaluation/examiner-manager.tsx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종류의 입력 항목은 AI 종류 이름과 활성 상태입니다. 목록에는 담당 배정 그룹 수를 표시합니다. 비활성화·삭제해도 공개된 검색 결과와 평가·통계는 유지합니다. 삭제한 AI 종류는 다시 활성화하거나 새 담당자를 배정할 수 없습니다. 기존 담당자는 기존 결과를 유지·수정할 수 있습니다.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기본 운영월은 2026년 11월·12월, 2027년 1월입니다. 각 월과 단계는 독립적이며 한 단계를 진행으로 바꿔도 다른 단계가 자동으로 시작되지 않습니다. 사용자 입력·제출은 해당 단계가 진행일 때 허용합니다. 시작 전·중지·마감에서도 기존 자료 조회는 유지합니다.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기본 기한은 대상 건 선정 첫째 금요일, AI 검색 결과 입력 둘째 금요일, 평가 셋째 금요일입니다. 날짜를 지워 기한 미설정 상태로 둘 수 있습니다. 별도 저장·되돌리기 버튼은 없으며 변경 즉시 저장합니다. 기한은 일정 안내이고 실제 입력 허용은 단계 상태로 관리합니다.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등록 대상은 그룹이 배정된 활성 심사관입니다. CPC는 선택 항목입니다. 관리자가 등록하면 선정 확정 건으로 추가됩니다. 선정 취소는 기존 기록을 보존합니다. 월 전체 마감 상태에서는 관리자도 출원 등록·취소를 할 수 없습니다. 왼쪽은 새 등록 입력, 오른쪽은 기존 출원 관리로 서로 다른 예시입니다. 예시 번호는 공개 출원 10-2023-0179135와 10-2021-0094115입니다.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그룹별 진행, 조사 방식별 평가, 출원별 후속 업무, 계정별 진행, AI 문헌 평가를 확인할 수 있습니다. AI 입력 대기, 평가 재확인 필요, 담당 배정 확인에서 후속 업무를 찾습니다. 화면의 수치와 통계는 교육용 예시입니다.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현황의 월 운영 마감과 운영 재개방 버튼을 사용합니다. 월 전체 마감은 개별 단계 상태보다 우선하며 다른 운영월과 공통 심사관 관리는 계속 설정할 수 있습니다. 재개방은 기존 단계 상태를 유지하므로 중지·마감인 단계는 별도로 진행으로 바꿉니다.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제목·강조·목록·링크·표 등을 지원하며 최대 20,000자입니다. 공지는 해당 심사국의 공통 설정으로 운영월과 무관합니다. 자동 저장이 아니라 공지사항 저장으로 게시합니다. 저장 실패 시 입력을 유지합니다.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https://github.com/sohnjun96/PatentExamTools/blob/feat/ai-evaluation-workspace/app/evaluation/notice-manager.tsx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각 심사국은 운영월과 무관하게 하나의 공지 영역을 관리합니다. 공지는 초기 사용자 선택 목록 위에 표시하며, 심사관·AI 담당자의 개별 업무 화면에는 표시하지 않습니다. 다른 심사국의 공지는 별도로 관리합니다.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https://github.com/sohnjun96/PatentExamTools/blob/feat/ai-evaluation-workspace/app/evaluation/notice-manager.tsx</a:t>
            </a:r>
          </a:p>
          <a:p xmlns:a="http://schemas.openxmlformats.org/drawingml/2006/main">
            <a:r>
              <a:t>https://github.com/sohnjun96/PatentExamTools/blob/feat/ai-evaluation-workspace/app/evaluation/workspace.tsx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순서를 각 심사국에서 독립적으로 적용합니다. 공통 계정·AI·공지 설정은 운영월이 마감되어도 관리할 수 있습니다. 현재 UI에는 임의 운영월 추가, 출원 건수 제한, 월별 AI 선택이나 API 키·모델 설정 기능이 없습니다.</a:t>
            </a:r>
          </a:p>
          <a:p xmlns:a="http://schemas.openxmlformats.org/drawingml/2006/main">
            <a:r>
              <a:t/>
            </a:r>
          </a:p>
          <a:p xmlns:a="http://schemas.openxmlformats.org/drawingml/2006/main">
            <a:r>
              <a:t>화면과 소스 기준: 2026-10-31. 여섯 심사국은 같은 관리 컴포넌트를 사용하며 심사국별로 계정·그룹·AI 종류·배정·공지·운영 자료를 따로 저장합니다. 캡처는 기존 앱 컴포넌트·CSS·업무 로직을 사용하는 로컬 기획국 교육용 예시입니다. 인물·배정·입력 결과·평가·통계는 예시이며 실제 담당 관계나 실적을 뜻하지 않습니다.</a:t>
            </a:r>
          </a:p>
          <a:p xmlns:a="http://schemas.openxmlformats.org/drawingml/2006/main">
            <a:r>
              <a:t/>
            </a:r>
          </a:p>
          <a:p xmlns:a="http://schemas.openxmlformats.org/drawingml/2006/main">
            <a:r>
              <a:t>https://github.com/sohnjun96/PatentExamTools/blob/feat/ai-evaluation-workspace/app/evaluation/admin-workspace.tsx</a:t>
            </a:r>
          </a:p>
          <a:p xmlns:a="http://schemas.openxmlformats.org/drawingml/2006/main">
            <a:r>
              <a:t>https://github.com/sohnjun96/PatentExamTools/blob/feat/ai-evaluation-workspace/app/evaluation/examiner-manager.tsx</a:t>
            </a:r>
          </a:p>
          <a:p xmlns:a="http://schemas.openxmlformats.org/drawingml/2006/main">
            <a:r>
              <a:t>https://github.com/sohnjun96/PatentExamTools/blob/feat/ai-evaluation-workspace/docs/BUREAU_WORKSPACES.md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d9187a249045d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32ebe4b14eb4cf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df22f4a3d045e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b22edb2bf348d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905cca32966496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1b992ba4b745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DFDE4-8826-44F6-B20F-49A17BC7E848}"/>
              </a:ext>
            </a:extLst>
          </p:cNvPr>
          <p:cNvSpPr>
            <a:spLocks xmlns:a="http://schemas.openxmlformats.org/drawingml/2006/main" noGrp="1"/>
          </p:cNvSpPr>
          <p:nvPr>
            <p:ph type="title" idx="0"/>
          </p:nvPr>
        </p:nvSpPr>
        <p:spPr>
          <a:xfrm xmlns:a="http://schemas.openxmlformats.org/drawingml/2006/main">
            <a:off x="1371600" y="2914650"/>
            <a:ext cx="10972800" cy="11144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400" b="1">
                <a:solidFill>
                  <a:schemeClr val="tx1"/>
                </a:solidFill>
                <a:latin typeface="+mj-lt"/>
                <a:ea typeface="+mj-lt"/>
                <a:cs typeface="+mj-lt"/>
              </a:defRPr>
            </a:defPPr>
            <a:lvl1pPr marL="0" indent="0" algn="ctr">
              <a:lnSpc>
                <a:spcPct val="110000"/>
              </a:lnSpc>
              <a:spcBef>
                <a:spcPts val="0"/>
              </a:spcBef>
              <a:spcAft>
                <a:spcPts val="0"/>
              </a:spcAft>
              <a:buNone/>
              <a:defRPr sz="5400" b="1">
                <a:solidFill>
                  <a:schemeClr val="tx1"/>
                </a:solidFill>
                <a:latin typeface="+mj-lt"/>
                <a:ea typeface="+mj-lt"/>
                <a:cs typeface="+mj-lt"/>
              </a:defRPr>
            </a:lvl1pPr>
            <a:lvl2pPr marL="0" indent="0" algn="ctr">
              <a:lnSpc>
                <a:spcPct val="110000"/>
              </a:lnSpc>
              <a:spcBef>
                <a:spcPts val="0"/>
              </a:spcBef>
              <a:spcAft>
                <a:spcPts val="0"/>
              </a:spcAft>
              <a:buNone/>
              <a:defRPr sz="5400" b="1">
                <a:solidFill>
                  <a:schemeClr val="tx1"/>
                </a:solidFill>
                <a:latin typeface="+mj-lt"/>
                <a:ea typeface="+mj-lt"/>
                <a:cs typeface="+mj-lt"/>
              </a:defRPr>
            </a:lvl2pPr>
            <a:lvl3pPr marL="0" indent="0" algn="ctr">
              <a:lnSpc>
                <a:spcPct val="110000"/>
              </a:lnSpc>
              <a:spcBef>
                <a:spcPts val="0"/>
              </a:spcBef>
              <a:spcAft>
                <a:spcPts val="0"/>
              </a:spcAft>
              <a:buNone/>
              <a:defRPr sz="5400" b="1">
                <a:solidFill>
                  <a:schemeClr val="tx1"/>
                </a:solidFill>
                <a:latin typeface="+mj-lt"/>
                <a:ea typeface="+mj-lt"/>
                <a:cs typeface="+mj-lt"/>
              </a:defRPr>
            </a:lvl3pPr>
            <a:lvl4pPr marL="0" indent="0" algn="ctr">
              <a:lnSpc>
                <a:spcPct val="110000"/>
              </a:lnSpc>
              <a:spcBef>
                <a:spcPts val="0"/>
              </a:spcBef>
              <a:spcAft>
                <a:spcPts val="0"/>
              </a:spcAft>
              <a:buNone/>
              <a:defRPr sz="5400" b="1">
                <a:solidFill>
                  <a:schemeClr val="tx1"/>
                </a:solidFill>
                <a:latin typeface="+mj-lt"/>
                <a:ea typeface="+mj-lt"/>
                <a:cs typeface="+mj-lt"/>
              </a:defRPr>
            </a:lvl4pPr>
            <a:lvl5pPr marL="0" indent="0" algn="ctr">
              <a:lnSpc>
                <a:spcPct val="110000"/>
              </a:lnSpc>
              <a:spcBef>
                <a:spcPts val="0"/>
              </a:spcBef>
              <a:spcAft>
                <a:spcPts val="0"/>
              </a:spcAft>
              <a:buNone/>
              <a:defRPr sz="5400" b="1">
                <a:solidFill>
                  <a:schemeClr val="tx1"/>
                </a:solidFill>
                <a:latin typeface="+mj-lt"/>
                <a:ea typeface="+mj-lt"/>
                <a:cs typeface="+mj-lt"/>
              </a:defRPr>
            </a:lvl5pPr>
            <a:lvl6pPr marL="0" indent="0" algn="ctr">
              <a:lnSpc>
                <a:spcPct val="110000"/>
              </a:lnSpc>
              <a:spcBef>
                <a:spcPts val="0"/>
              </a:spcBef>
              <a:spcAft>
                <a:spcPts val="0"/>
              </a:spcAft>
              <a:buNone/>
              <a:defRPr sz="5400" b="1">
                <a:solidFill>
                  <a:schemeClr val="tx1"/>
                </a:solidFill>
                <a:latin typeface="+mj-lt"/>
                <a:ea typeface="+mj-lt"/>
                <a:cs typeface="+mj-lt"/>
              </a:defRPr>
            </a:lvl6pPr>
            <a:lvl7pPr marL="0" indent="0" algn="ctr">
              <a:lnSpc>
                <a:spcPct val="110000"/>
              </a:lnSpc>
              <a:spcBef>
                <a:spcPts val="0"/>
              </a:spcBef>
              <a:spcAft>
                <a:spcPts val="0"/>
              </a:spcAft>
              <a:buNone/>
              <a:defRPr sz="5400" b="1">
                <a:solidFill>
                  <a:schemeClr val="tx1"/>
                </a:solidFill>
                <a:latin typeface="+mj-lt"/>
                <a:ea typeface="+mj-lt"/>
                <a:cs typeface="+mj-lt"/>
              </a:defRPr>
            </a:lvl7pPr>
            <a:lvl8pPr marL="0" indent="0" algn="ctr">
              <a:lnSpc>
                <a:spcPct val="110000"/>
              </a:lnSpc>
              <a:spcBef>
                <a:spcPts val="0"/>
              </a:spcBef>
              <a:spcAft>
                <a:spcPts val="0"/>
              </a:spcAft>
              <a:buNone/>
              <a:defRPr sz="5400" b="1">
                <a:solidFill>
                  <a:schemeClr val="tx1"/>
                </a:solidFill>
                <a:latin typeface="+mj-lt"/>
                <a:ea typeface="+mj-lt"/>
                <a:cs typeface="+mj-lt"/>
              </a:defRPr>
            </a:lvl8pPr>
            <a:lvl9pPr marL="0" indent="0" algn="ctr">
              <a:lnSpc>
                <a:spcPct val="110000"/>
              </a:lnSpc>
              <a:spcBef>
                <a:spcPts val="0"/>
              </a:spcBef>
              <a:spcAft>
                <a:spcPts val="0"/>
              </a:spcAft>
              <a:buNone/>
              <a:defRPr sz="54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EA1B351-8A6C-473C-9AD9-3D1F1FF4BD8D}"/>
              </a:ext>
            </a:extLst>
          </p:cNvPr>
          <p:cNvSpPr>
            <a:spLocks xmlns:a="http://schemas.openxmlformats.org/drawingml/2006/main" noGrp="1"/>
          </p:cNvSpPr>
          <p:nvPr>
            <p:ph type="subTitle" idx="1"/>
          </p:nvPr>
        </p:nvSpPr>
        <p:spPr>
          <a:xfrm xmlns:a="http://schemas.openxmlformats.org/drawingml/2006/main">
            <a:off x="2057400" y="4243388"/>
            <a:ext cx="9601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363" b="0">
                <a:solidFill>
                  <a:schemeClr val="tx1"/>
                </a:solidFill>
                <a:latin typeface="+mn-lt"/>
                <a:ea typeface="+mn-lt"/>
                <a:cs typeface="+mn-lt"/>
              </a:defRPr>
            </a:defPPr>
            <a:lvl1pPr marL="0" indent="0" algn="ctr">
              <a:lnSpc>
                <a:spcPct val="110000"/>
              </a:lnSpc>
              <a:spcBef>
                <a:spcPts val="0"/>
              </a:spcBef>
              <a:spcAft>
                <a:spcPts val="0"/>
              </a:spcAft>
              <a:buNone/>
              <a:defRPr sz="2363" b="0">
                <a:solidFill>
                  <a:schemeClr val="tx1"/>
                </a:solidFill>
                <a:latin typeface="+mn-lt"/>
                <a:ea typeface="+mn-lt"/>
                <a:cs typeface="+mn-lt"/>
              </a:defRPr>
            </a:lvl1pPr>
            <a:lvl2pPr marL="0" indent="0" algn="ctr">
              <a:lnSpc>
                <a:spcPct val="110000"/>
              </a:lnSpc>
              <a:spcBef>
                <a:spcPts val="0"/>
              </a:spcBef>
              <a:spcAft>
                <a:spcPts val="0"/>
              </a:spcAft>
              <a:buNone/>
              <a:defRPr sz="2363" b="0">
                <a:solidFill>
                  <a:schemeClr val="tx1"/>
                </a:solidFill>
                <a:latin typeface="+mn-lt"/>
                <a:ea typeface="+mn-lt"/>
                <a:cs typeface="+mn-lt"/>
              </a:defRPr>
            </a:lvl2pPr>
            <a:lvl3pPr marL="0" indent="0" algn="ctr">
              <a:lnSpc>
                <a:spcPct val="110000"/>
              </a:lnSpc>
              <a:spcBef>
                <a:spcPts val="0"/>
              </a:spcBef>
              <a:spcAft>
                <a:spcPts val="0"/>
              </a:spcAft>
              <a:buNone/>
              <a:defRPr sz="2363" b="0">
                <a:solidFill>
                  <a:schemeClr val="tx1"/>
                </a:solidFill>
                <a:latin typeface="+mn-lt"/>
                <a:ea typeface="+mn-lt"/>
                <a:cs typeface="+mn-lt"/>
              </a:defRPr>
            </a:lvl3pPr>
            <a:lvl4pPr marL="0" indent="0" algn="ctr">
              <a:lnSpc>
                <a:spcPct val="110000"/>
              </a:lnSpc>
              <a:spcBef>
                <a:spcPts val="0"/>
              </a:spcBef>
              <a:spcAft>
                <a:spcPts val="0"/>
              </a:spcAft>
              <a:buNone/>
              <a:defRPr sz="2363" b="0">
                <a:solidFill>
                  <a:schemeClr val="tx1"/>
                </a:solidFill>
                <a:latin typeface="+mn-lt"/>
                <a:ea typeface="+mn-lt"/>
                <a:cs typeface="+mn-lt"/>
              </a:defRPr>
            </a:lvl4pPr>
            <a:lvl5pPr marL="0" indent="0" algn="ctr">
              <a:lnSpc>
                <a:spcPct val="110000"/>
              </a:lnSpc>
              <a:spcBef>
                <a:spcPts val="0"/>
              </a:spcBef>
              <a:spcAft>
                <a:spcPts val="0"/>
              </a:spcAft>
              <a:buNone/>
              <a:defRPr sz="2363" b="0">
                <a:solidFill>
                  <a:schemeClr val="tx1"/>
                </a:solidFill>
                <a:latin typeface="+mn-lt"/>
                <a:ea typeface="+mn-lt"/>
                <a:cs typeface="+mn-lt"/>
              </a:defRPr>
            </a:lvl5pPr>
            <a:lvl6pPr marL="0" indent="0" algn="ctr">
              <a:lnSpc>
                <a:spcPct val="110000"/>
              </a:lnSpc>
              <a:spcBef>
                <a:spcPts val="0"/>
              </a:spcBef>
              <a:spcAft>
                <a:spcPts val="0"/>
              </a:spcAft>
              <a:buNone/>
              <a:defRPr sz="2363" b="0">
                <a:solidFill>
                  <a:schemeClr val="tx1"/>
                </a:solidFill>
                <a:latin typeface="+mn-lt"/>
                <a:ea typeface="+mn-lt"/>
                <a:cs typeface="+mn-lt"/>
              </a:defRPr>
            </a:lvl6pPr>
            <a:lvl7pPr marL="0" indent="0" algn="ctr">
              <a:lnSpc>
                <a:spcPct val="110000"/>
              </a:lnSpc>
              <a:spcBef>
                <a:spcPts val="0"/>
              </a:spcBef>
              <a:spcAft>
                <a:spcPts val="0"/>
              </a:spcAft>
              <a:buNone/>
              <a:defRPr sz="2363" b="0">
                <a:solidFill>
                  <a:schemeClr val="tx1"/>
                </a:solidFill>
                <a:latin typeface="+mn-lt"/>
                <a:ea typeface="+mn-lt"/>
                <a:cs typeface="+mn-lt"/>
              </a:defRPr>
            </a:lvl7pPr>
            <a:lvl8pPr marL="0" indent="0" algn="ctr">
              <a:lnSpc>
                <a:spcPct val="110000"/>
              </a:lnSpc>
              <a:spcBef>
                <a:spcPts val="0"/>
              </a:spcBef>
              <a:spcAft>
                <a:spcPts val="0"/>
              </a:spcAft>
              <a:buNone/>
              <a:defRPr sz="2363" b="0">
                <a:solidFill>
                  <a:schemeClr val="tx1"/>
                </a:solidFill>
                <a:latin typeface="+mn-lt"/>
                <a:ea typeface="+mn-lt"/>
                <a:cs typeface="+mn-lt"/>
              </a:defRPr>
            </a:lvl8pPr>
            <a:lvl9pPr marL="0" indent="0" algn="ctr">
              <a:lnSpc>
                <a:spcPct val="110000"/>
              </a:lnSpc>
              <a:spcBef>
                <a:spcPts val="0"/>
              </a:spcBef>
              <a:spcAft>
                <a:spcPts val="0"/>
              </a:spcAft>
              <a:buNone/>
              <a:defRPr sz="2363"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010176F-78A3-485A-9C62-12CD56B7E79D}"/>
              </a:ext>
            </a:extLst>
          </p:cNvPr>
          <p:cNvSpPr>
            <a:spLocks xmlns:a="http://schemas.openxmlformats.org/drawingml/2006/main" noGrp="1"/>
          </p:cNvSpPr>
          <p:nvPr>
            <p:ph type="title" idx="0"/>
          </p:nvPr>
        </p:nvSpPr>
        <p:spPr>
          <a:xfrm xmlns:a="http://schemas.openxmlformats.org/drawingml/2006/main">
            <a:off x="1371600" y="3214688"/>
            <a:ext cx="10972800" cy="12858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725" b="1">
                <a:solidFill>
                  <a:schemeClr val="tx1"/>
                </a:solidFill>
                <a:latin typeface="+mj-lt"/>
                <a:ea typeface="+mj-lt"/>
                <a:cs typeface="+mj-lt"/>
              </a:defRPr>
            </a:defPPr>
            <a:lvl1pPr marL="0" indent="0" algn="ctr">
              <a:lnSpc>
                <a:spcPct val="110000"/>
              </a:lnSpc>
              <a:spcBef>
                <a:spcPts val="0"/>
              </a:spcBef>
              <a:spcAft>
                <a:spcPts val="0"/>
              </a:spcAft>
              <a:buNone/>
              <a:defRPr sz="4725" b="1">
                <a:solidFill>
                  <a:schemeClr val="tx1"/>
                </a:solidFill>
                <a:latin typeface="+mj-lt"/>
                <a:ea typeface="+mj-lt"/>
                <a:cs typeface="+mj-lt"/>
              </a:defRPr>
            </a:lvl1pPr>
            <a:lvl2pPr marL="0" indent="0" algn="ctr">
              <a:lnSpc>
                <a:spcPct val="110000"/>
              </a:lnSpc>
              <a:spcBef>
                <a:spcPts val="0"/>
              </a:spcBef>
              <a:spcAft>
                <a:spcPts val="0"/>
              </a:spcAft>
              <a:buNone/>
              <a:defRPr sz="4725" b="1">
                <a:solidFill>
                  <a:schemeClr val="tx1"/>
                </a:solidFill>
                <a:latin typeface="+mj-lt"/>
                <a:ea typeface="+mj-lt"/>
                <a:cs typeface="+mj-lt"/>
              </a:defRPr>
            </a:lvl2pPr>
            <a:lvl3pPr marL="0" indent="0" algn="ctr">
              <a:lnSpc>
                <a:spcPct val="110000"/>
              </a:lnSpc>
              <a:spcBef>
                <a:spcPts val="0"/>
              </a:spcBef>
              <a:spcAft>
                <a:spcPts val="0"/>
              </a:spcAft>
              <a:buNone/>
              <a:defRPr sz="4725" b="1">
                <a:solidFill>
                  <a:schemeClr val="tx1"/>
                </a:solidFill>
                <a:latin typeface="+mj-lt"/>
                <a:ea typeface="+mj-lt"/>
                <a:cs typeface="+mj-lt"/>
              </a:defRPr>
            </a:lvl3pPr>
            <a:lvl4pPr marL="0" indent="0" algn="ctr">
              <a:lnSpc>
                <a:spcPct val="110000"/>
              </a:lnSpc>
              <a:spcBef>
                <a:spcPts val="0"/>
              </a:spcBef>
              <a:spcAft>
                <a:spcPts val="0"/>
              </a:spcAft>
              <a:buNone/>
              <a:defRPr sz="4725" b="1">
                <a:solidFill>
                  <a:schemeClr val="tx1"/>
                </a:solidFill>
                <a:latin typeface="+mj-lt"/>
                <a:ea typeface="+mj-lt"/>
                <a:cs typeface="+mj-lt"/>
              </a:defRPr>
            </a:lvl4pPr>
            <a:lvl5pPr marL="0" indent="0" algn="ctr">
              <a:lnSpc>
                <a:spcPct val="110000"/>
              </a:lnSpc>
              <a:spcBef>
                <a:spcPts val="0"/>
              </a:spcBef>
              <a:spcAft>
                <a:spcPts val="0"/>
              </a:spcAft>
              <a:buNone/>
              <a:defRPr sz="4725" b="1">
                <a:solidFill>
                  <a:schemeClr val="tx1"/>
                </a:solidFill>
                <a:latin typeface="+mj-lt"/>
                <a:ea typeface="+mj-lt"/>
                <a:cs typeface="+mj-lt"/>
              </a:defRPr>
            </a:lvl5pPr>
            <a:lvl6pPr marL="0" indent="0" algn="ctr">
              <a:lnSpc>
                <a:spcPct val="110000"/>
              </a:lnSpc>
              <a:spcBef>
                <a:spcPts val="0"/>
              </a:spcBef>
              <a:spcAft>
                <a:spcPts val="0"/>
              </a:spcAft>
              <a:buNone/>
              <a:defRPr sz="4725" b="1">
                <a:solidFill>
                  <a:schemeClr val="tx1"/>
                </a:solidFill>
                <a:latin typeface="+mj-lt"/>
                <a:ea typeface="+mj-lt"/>
                <a:cs typeface="+mj-lt"/>
              </a:defRPr>
            </a:lvl6pPr>
            <a:lvl7pPr marL="0" indent="0" algn="ctr">
              <a:lnSpc>
                <a:spcPct val="110000"/>
              </a:lnSpc>
              <a:spcBef>
                <a:spcPts val="0"/>
              </a:spcBef>
              <a:spcAft>
                <a:spcPts val="0"/>
              </a:spcAft>
              <a:buNone/>
              <a:defRPr sz="4725" b="1">
                <a:solidFill>
                  <a:schemeClr val="tx1"/>
                </a:solidFill>
                <a:latin typeface="+mj-lt"/>
                <a:ea typeface="+mj-lt"/>
                <a:cs typeface="+mj-lt"/>
              </a:defRPr>
            </a:lvl7pPr>
            <a:lvl8pPr marL="0" indent="0" algn="ctr">
              <a:lnSpc>
                <a:spcPct val="110000"/>
              </a:lnSpc>
              <a:spcBef>
                <a:spcPts val="0"/>
              </a:spcBef>
              <a:spcAft>
                <a:spcPts val="0"/>
              </a:spcAft>
              <a:buNone/>
              <a:defRPr sz="4725" b="1">
                <a:solidFill>
                  <a:schemeClr val="tx1"/>
                </a:solidFill>
                <a:latin typeface="+mj-lt"/>
                <a:ea typeface="+mj-lt"/>
                <a:cs typeface="+mj-lt"/>
              </a:defRPr>
            </a:lvl8pPr>
            <a:lvl9pPr marL="0" indent="0" algn="ctr">
              <a:lnSpc>
                <a:spcPct val="110000"/>
              </a:lnSpc>
              <a:spcBef>
                <a:spcPts val="0"/>
              </a:spcBef>
              <a:spcAft>
                <a:spcPts val="0"/>
              </a:spcAft>
              <a:buNone/>
              <a:defRPr sz="4725"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CB86BD-FCA3-4B95-9986-C90733FF1ABD}"/>
              </a:ext>
            </a:extLst>
          </p:cNvPr>
          <p:cNvSpPr>
            <a:spLocks xmlns:a="http://schemas.openxmlformats.org/drawingml/2006/main" noGrp="1"/>
          </p:cNvSpPr>
          <p:nvPr>
            <p:ph type="title" idx="0"/>
          </p:nvPr>
        </p:nvSpPr>
        <p:spPr>
          <a:xfrm xmlns:a="http://schemas.openxmlformats.org/drawingml/2006/main">
            <a:off x="771525" y="600075"/>
            <a:ext cx="12172950" cy="9429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7A3D299-8397-458F-A299-56D94D469A4A}"/>
              </a:ext>
            </a:extLst>
          </p:cNvPr>
          <p:cNvSpPr>
            <a:spLocks xmlns:a="http://schemas.openxmlformats.org/drawingml/2006/main" noGrp="1"/>
          </p:cNvSpPr>
          <p:nvPr>
            <p:ph type="body" idx="1"/>
          </p:nvPr>
        </p:nvSpPr>
        <p:spPr>
          <a:xfrm xmlns:a="http://schemas.openxmlformats.org/drawingml/2006/main">
            <a:off x="771525" y="2143125"/>
            <a:ext cx="12172950" cy="480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FCD9490-6EBF-4F14-811A-424584FCB1B8}"/>
              </a:ext>
            </a:extLst>
          </p:cNvPr>
          <p:cNvSpPr>
            <a:spLocks xmlns:a="http://schemas.openxmlformats.org/drawingml/2006/main" noGrp="1"/>
          </p:cNvSpPr>
          <p:nvPr>
            <p:ph type="title" idx="0"/>
          </p:nvPr>
        </p:nvSpPr>
        <p:spPr>
          <a:xfrm xmlns:a="http://schemas.openxmlformats.org/drawingml/2006/main">
            <a:off x="771525" y="600075"/>
            <a:ext cx="12172950" cy="9429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94D92E-30F6-498C-8120-226F06FBC6C2}"/>
              </a:ext>
            </a:extLst>
          </p:cNvPr>
          <p:cNvSpPr>
            <a:spLocks xmlns:a="http://schemas.openxmlformats.org/drawingml/2006/main" noGrp="1"/>
          </p:cNvSpPr>
          <p:nvPr>
            <p:ph type="body" idx="1"/>
          </p:nvPr>
        </p:nvSpPr>
        <p:spPr>
          <a:xfrm xmlns:a="http://schemas.openxmlformats.org/drawingml/2006/main">
            <a:off x="771525" y="2143125"/>
            <a:ext cx="5657850" cy="480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43DAA85-2CA8-48EE-898B-DE3B694CB5E1}"/>
              </a:ext>
            </a:extLst>
          </p:cNvPr>
          <p:cNvSpPr>
            <a:spLocks xmlns:a="http://schemas.openxmlformats.org/drawingml/2006/main" noGrp="1"/>
          </p:cNvSpPr>
          <p:nvPr>
            <p:ph type="body" idx="2"/>
          </p:nvPr>
        </p:nvSpPr>
        <p:spPr>
          <a:xfrm xmlns:a="http://schemas.openxmlformats.org/drawingml/2006/main">
            <a:off x="7286625" y="2143125"/>
            <a:ext cx="5657850" cy="480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A055D0-410F-43E9-B8A9-0DD12AC0E515}"/>
              </a:ext>
            </a:extLst>
          </p:cNvPr>
          <p:cNvSpPr>
            <a:spLocks xmlns:a="http://schemas.openxmlformats.org/drawingml/2006/main" noGrp="1"/>
          </p:cNvSpPr>
          <p:nvPr>
            <p:ph type="title" idx="0"/>
          </p:nvPr>
        </p:nvSpPr>
        <p:spPr>
          <a:xfrm xmlns:a="http://schemas.openxmlformats.org/drawingml/2006/main">
            <a:off x="771525" y="600075"/>
            <a:ext cx="12172950" cy="9429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6D2C8E-74C5-4274-BCA8-E89E9CBD6CFE}"/>
              </a:ext>
            </a:extLst>
          </p:cNvPr>
          <p:cNvSpPr>
            <a:spLocks xmlns:a="http://schemas.openxmlformats.org/drawingml/2006/main" noGrp="1"/>
          </p:cNvSpPr>
          <p:nvPr>
            <p:ph type="body" idx="1"/>
          </p:nvPr>
        </p:nvSpPr>
        <p:spPr>
          <a:xfrm xmlns:a="http://schemas.openxmlformats.org/drawingml/2006/main">
            <a:off x="771525" y="2143125"/>
            <a:ext cx="5657850" cy="480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6389329f4e4dbb" /><Relationship Type="http://schemas.openxmlformats.org/officeDocument/2006/relationships/slideLayout" Target="/ppt/slideLayouts/slideLayout1.xml" Id="Rf473172c1ee34580" /><Relationship Type="http://schemas.openxmlformats.org/officeDocument/2006/relationships/slideLayout" Target="/ppt/slideLayouts/slideLayout2.xml" Id="R80986d09d3a34d65" /><Relationship Type="http://schemas.openxmlformats.org/officeDocument/2006/relationships/slideLayout" Target="/ppt/slideLayouts/slideLayout3.xml" Id="Rbdc2b60d21184f93" /><Relationship Type="http://schemas.openxmlformats.org/officeDocument/2006/relationships/slideLayout" Target="/ppt/slideLayouts/slideLayout4.xml" Id="R16c37a346e6a4811" /><Relationship Type="http://schemas.openxmlformats.org/officeDocument/2006/relationships/slideLayout" Target="/ppt/slideLayouts/slideLayout5.xml" Id="R06429df7376045f7" /><Relationship Type="http://schemas.openxmlformats.org/officeDocument/2006/relationships/slideLayout" Target="/ppt/slideLayouts/slideLayout6.xml" Id="Rcddd439984524b3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73172c1ee34580"/>
    <p:sldLayoutId xmlns:r="http://schemas.openxmlformats.org/officeDocument/2006/relationships" id="2147483650" r:id="R80986d09d3a34d65"/>
    <p:sldLayoutId xmlns:r="http://schemas.openxmlformats.org/officeDocument/2006/relationships" id="2147483651" r:id="Rbdc2b60d21184f93"/>
    <p:sldLayoutId xmlns:r="http://schemas.openxmlformats.org/officeDocument/2006/relationships" id="2147483652" r:id="R16c37a346e6a4811"/>
    <p:sldLayoutId xmlns:r="http://schemas.openxmlformats.org/officeDocument/2006/relationships" id="2147483653" r:id="R06429df7376045f7"/>
    <p:sldLayoutId xmlns:r="http://schemas.openxmlformats.org/officeDocument/2006/relationships" id="2147483654" r:id="Rcddd439984524b3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25cae2703fb4fae" /><Relationship Type="http://schemas.openxmlformats.org/officeDocument/2006/relationships/notesSlide" Target="/ppt/notesSlides/notesSlide1.xml" Id="R32f19717e9b949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18ff3330a34044" /><Relationship Type="http://schemas.openxmlformats.org/officeDocument/2006/relationships/hyperlink" Target="https://patent-examiner-mvp.sohnjun96.workers.dev" TargetMode="External" Id="Rf67a4c5eed5a4eb6" /><Relationship Type="http://schemas.openxmlformats.org/officeDocument/2006/relationships/hyperlink" Target="https://patent-examiner-mvp.sohnjun96.workers.dev/%EA%B8%B0%ED%9A%8D%EA%B5%AD/rhksfl" TargetMode="External" Id="R2553a31efb684a85" /><Relationship Type="http://schemas.openxmlformats.org/officeDocument/2006/relationships/hyperlink" Target="https://patent-examiner-mvp.sohnjun96.workers.dev/%EC%9C%B5%ED%95%A9%EA%B5%AD/rhksfl" TargetMode="External" Id="R802ad7a891394211" /><Relationship Type="http://schemas.openxmlformats.org/officeDocument/2006/relationships/hyperlink" Target="https://patent-examiner-mvp.sohnjun96.workers.dev/%EC%A0%84%EA%B8%B0%EA%B5%AD/rhksfl" TargetMode="External" Id="Rff21acedf7d644c2" /><Relationship Type="http://schemas.openxmlformats.org/officeDocument/2006/relationships/hyperlink" Target="https://patent-examiner-mvp.sohnjun96.workers.dev/%ED%99%94%ED%95%99%EA%B5%AD/rhksfl" TargetMode="External" Id="R7fbde42135284ab8" /><Relationship Type="http://schemas.openxmlformats.org/officeDocument/2006/relationships/hyperlink" Target="https://patent-examiner-mvp.sohnjun96.workers.dev/%EA%B8%B0%EA%B3%84%EA%B5%AD/rhksfl" TargetMode="External" Id="Ra18669cf4e2d4b2d" /><Relationship Type="http://schemas.openxmlformats.org/officeDocument/2006/relationships/hyperlink" Target="https://patent-examiner-mvp.sohnjun96.workers.dev/%EB%B0%98%EB%8F%84%EC%B2%B4%EB%8B%A8/rhksfl" TargetMode="External" Id="R302fe5a56138454c" /><Relationship Type="http://schemas.openxmlformats.org/officeDocument/2006/relationships/notesSlide" Target="/ppt/notesSlides/notesSlide2.xml" Id="R05c8352e696a49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ffdd055b64c4996" /><Relationship Type="http://schemas.openxmlformats.org/officeDocument/2006/relationships/notesSlide" Target="/ppt/notesSlides/notesSlide3.xml" Id="Rfb6c89ca62a740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06124747d234ff9" /><Relationship Type="http://schemas.openxmlformats.org/officeDocument/2006/relationships/image" Target="/ppt/media/image.jpeg" Id="R1fbc1c557a6847dc" /><Relationship Type="http://schemas.openxmlformats.org/officeDocument/2006/relationships/image" Target="/ppt/media/image2.jpeg" Id="R5db670ba19134cd0" /><Relationship Type="http://schemas.openxmlformats.org/officeDocument/2006/relationships/notesSlide" Target="/ppt/notesSlides/notesSlide4.xml" Id="Rfc8373bf6bb24e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f4d38759bf44b38" /><Relationship Type="http://schemas.openxmlformats.org/officeDocument/2006/relationships/image" Target="/ppt/media/image3.jpeg" Id="Ra292cf6751f44de9" /><Relationship Type="http://schemas.openxmlformats.org/officeDocument/2006/relationships/notesSlide" Target="/ppt/notesSlides/notesSlide5.xml" Id="R21d93799eaf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8e755fe081e448c" /><Relationship Type="http://schemas.openxmlformats.org/officeDocument/2006/relationships/image" Target="/ppt/media/image4.jpeg" Id="R7518f538b24847fe" /><Relationship Type="http://schemas.openxmlformats.org/officeDocument/2006/relationships/notesSlide" Target="/ppt/notesSlides/notesSlide6.xml" Id="R6581f29c67ca44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f703d8058a34377" /><Relationship Type="http://schemas.openxmlformats.org/officeDocument/2006/relationships/image" Target="/ppt/media/image5.jpeg" Id="R2159f1e8067f42e2" /><Relationship Type="http://schemas.openxmlformats.org/officeDocument/2006/relationships/notesSlide" Target="/ppt/notesSlides/notesSlide7.xml" Id="Rad4ddee09a4e4a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b5b0432d5c4f60" /><Relationship Type="http://schemas.openxmlformats.org/officeDocument/2006/relationships/image" Target="/ppt/media/image6.jpeg" Id="R260edb569f10471a" /><Relationship Type="http://schemas.openxmlformats.org/officeDocument/2006/relationships/image" Target="/ppt/media/image7.jpeg" Id="Rcad5d64d54184566" /><Relationship Type="http://schemas.openxmlformats.org/officeDocument/2006/relationships/notesSlide" Target="/ppt/notesSlides/notesSlide8.xml" Id="Redfb1e88c8ea4a9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23a0898d4aa49f4" /><Relationship Type="http://schemas.openxmlformats.org/officeDocument/2006/relationships/image" Target="/ppt/media/image8.jpeg" Id="Rd799e332b9a24fbf" /><Relationship Type="http://schemas.openxmlformats.org/officeDocument/2006/relationships/notesSlide" Target="/ppt/notesSlides/notesSlide9.xml" Id="R01fc13eaabdb4d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8c22031eaeb4cf5" /><Relationship Type="http://schemas.openxmlformats.org/officeDocument/2006/relationships/image" Target="/ppt/media/image9.jpeg" Id="R554a40ac3b9a496f" /><Relationship Type="http://schemas.openxmlformats.org/officeDocument/2006/relationships/notesSlide" Target="/ppt/notesSlides/notesSlide10.xml" Id="R13a39732fd3243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19ddcd7bbfd4729" /><Relationship Type="http://schemas.openxmlformats.org/officeDocument/2006/relationships/image" Target="/ppt/media/image10.jpeg" Id="Rb60bb748a77b4193" /><Relationship Type="http://schemas.openxmlformats.org/officeDocument/2006/relationships/image" Target="/ppt/media/image11.jpeg" Id="R1b06479c02d44724" /><Relationship Type="http://schemas.openxmlformats.org/officeDocument/2006/relationships/notesSlide" Target="/ppt/notesSlides/notesSlide11.xml" Id="Rc34211bb2e20417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15be9c1d3d4fc9" /><Relationship Type="http://schemas.openxmlformats.org/officeDocument/2006/relationships/image" Target="/ppt/media/image12.jpeg" Id="Rb2eb0760eb44420e" /><Relationship Type="http://schemas.openxmlformats.org/officeDocument/2006/relationships/notesSlide" Target="/ppt/notesSlides/notesSlide12.xml" Id="Rca2e4c100d7747d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edeb05dba242fb" /><Relationship Type="http://schemas.openxmlformats.org/officeDocument/2006/relationships/image" Target="/ppt/media/image13.jpeg" Id="Rd01db4054b1c4c85" /><Relationship Type="http://schemas.openxmlformats.org/officeDocument/2006/relationships/notesSlide" Target="/ppt/notesSlides/notesSlide13.xml" Id="R2cad097c610647e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301306d4ec8475a" /><Relationship Type="http://schemas.openxmlformats.org/officeDocument/2006/relationships/image" Target="/ppt/media/image14.jpeg" Id="R3554f1ac34cd4df2" /><Relationship Type="http://schemas.openxmlformats.org/officeDocument/2006/relationships/image" Target="/ppt/media/image15.jpeg" Id="Rc99b4e5c58d64a4c" /><Relationship Type="http://schemas.openxmlformats.org/officeDocument/2006/relationships/notesSlide" Target="/ppt/notesSlides/notesSlide14.xml" Id="Rf9162cac32154da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a7440d69c2f4683" /><Relationship Type="http://schemas.openxmlformats.org/officeDocument/2006/relationships/image" Target="/ppt/media/image16.jpeg" Id="Rf804afad06754fe7" /><Relationship Type="http://schemas.openxmlformats.org/officeDocument/2006/relationships/notesSlide" Target="/ppt/notesSlides/notesSlide15.xml" Id="R7b02729bd85042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a398707832946d4" /><Relationship Type="http://schemas.openxmlformats.org/officeDocument/2006/relationships/notesSlide" Target="/ppt/notesSlides/notesSlide16.xml" Id="R4db6ba6544654091" /></Relationships>
</file>

<file path=ppt/slides/slide1.xml><?xml version="1.0" encoding="utf-8"?>
<p:sld xmlns:p="http://schemas.openxmlformats.org/presentationml/2006/main">
  <p:cSld>
    <p:bg>
      <p:bgPr>
        <a:solidFill xmlns:a="http://schemas.openxmlformats.org/drawingml/2006/main">
          <a:srgbClr val="132F50"/>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8A3DDC5C-BF2C-407A-8C45-316B4774DDC1}"/>
              </a:ext>
            </a:extLst>
          </p:cNvPr>
          <p:cNvSpPr>
            <a:spLocks xmlns:a="http://schemas.openxmlformats.org/drawingml/2006/main" noGrp="1"/>
          </p:cNvSpPr>
          <p:nvPr/>
        </p:nvSpPr>
        <p:spPr>
          <a:xfrm xmlns:a="http://schemas.openxmlformats.org/drawingml/2006/main">
            <a:off x="685800" y="8667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B8D3F5"/>
                </a:solidFill>
                <a:latin typeface="Malgun Gothic"/>
                <a:ea typeface="Malgun Gothic"/>
                <a:cs typeface="Malgun Gothic"/>
              </a:defRPr>
            </a:defPPr>
            <a:lvl1pPr>
              <a:buNone/>
              <a:defRPr sz="2325" b="1">
                <a:solidFill>
                  <a:srgbClr val="B8D3F5"/>
                </a:solidFill>
                <a:latin typeface="Malgun Gothic"/>
                <a:ea typeface="Malgun Gothic"/>
                <a:cs typeface="Malgun Gothic"/>
              </a:defRPr>
            </a:lvl1pPr>
            <a:lvl2pPr>
              <a:buNone/>
              <a:defRPr sz="2325" b="1">
                <a:solidFill>
                  <a:srgbClr val="B8D3F5"/>
                </a:solidFill>
                <a:latin typeface="Malgun Gothic"/>
                <a:ea typeface="Malgun Gothic"/>
                <a:cs typeface="Malgun Gothic"/>
              </a:defRPr>
            </a:lvl2pPr>
            <a:lvl3pPr>
              <a:buNone/>
              <a:defRPr sz="2325" b="1">
                <a:solidFill>
                  <a:srgbClr val="B8D3F5"/>
                </a:solidFill>
                <a:latin typeface="Malgun Gothic"/>
                <a:ea typeface="Malgun Gothic"/>
                <a:cs typeface="Malgun Gothic"/>
              </a:defRPr>
            </a:lvl3pPr>
            <a:lvl4pPr>
              <a:buNone/>
              <a:defRPr sz="2325" b="1">
                <a:solidFill>
                  <a:srgbClr val="B8D3F5"/>
                </a:solidFill>
                <a:latin typeface="Malgun Gothic"/>
                <a:ea typeface="Malgun Gothic"/>
                <a:cs typeface="Malgun Gothic"/>
              </a:defRPr>
            </a:lvl4pPr>
            <a:lvl5pPr>
              <a:buNone/>
              <a:defRPr sz="2325" b="1">
                <a:solidFill>
                  <a:srgbClr val="B8D3F5"/>
                </a:solidFill>
                <a:latin typeface="Malgun Gothic"/>
                <a:ea typeface="Malgun Gothic"/>
                <a:cs typeface="Malgun Gothic"/>
              </a:defRPr>
            </a:lvl5pPr>
            <a:lvl6pPr>
              <a:buNone/>
              <a:defRPr sz="2325" b="1">
                <a:solidFill>
                  <a:srgbClr val="B8D3F5"/>
                </a:solidFill>
                <a:latin typeface="Malgun Gothic"/>
                <a:ea typeface="Malgun Gothic"/>
                <a:cs typeface="Malgun Gothic"/>
              </a:defRPr>
            </a:lvl6pPr>
            <a:lvl7pPr>
              <a:buNone/>
              <a:defRPr sz="2325" b="1">
                <a:solidFill>
                  <a:srgbClr val="B8D3F5"/>
                </a:solidFill>
                <a:latin typeface="Malgun Gothic"/>
                <a:ea typeface="Malgun Gothic"/>
                <a:cs typeface="Malgun Gothic"/>
              </a:defRPr>
            </a:lvl7pPr>
            <a:lvl8pPr>
              <a:buNone/>
              <a:defRPr sz="2325" b="1">
                <a:solidFill>
                  <a:srgbClr val="B8D3F5"/>
                </a:solidFill>
                <a:latin typeface="Malgun Gothic"/>
                <a:ea typeface="Malgun Gothic"/>
                <a:cs typeface="Malgun Gothic"/>
              </a:defRPr>
            </a:lvl8pPr>
            <a:lvl9pPr>
              <a:buNone/>
              <a:defRPr sz="2325" b="1">
                <a:solidFill>
                  <a:srgbClr val="B8D3F5"/>
                </a:solidFill>
                <a:latin typeface="Malgun Gothic"/>
                <a:ea typeface="Malgun Gothic"/>
                <a:cs typeface="Malgun Gothic"/>
              </a:defRPr>
            </a:lvl9pPr>
          </a:lstStyle>
          <a:p xmlns:a="http://schemas.openxmlformats.org/drawingml/2006/main">
            <a:pPr>
              <a:buNone/>
              <a:defRPr sz="2325" b="1">
                <a:solidFill>
                  <a:srgbClr val="B8D3F5"/>
                </a:solidFill>
                <a:latin typeface="Malgun Gothic"/>
                <a:ea typeface="Malgun Gothic"/>
                <a:cs typeface="Malgun Gothic"/>
              </a:defRPr>
            </a:pPr>
            <a:r>
              <a:rPr sz="2325" b="1">
                <a:solidFill>
                  <a:srgbClr val="B8D3F5"/>
                </a:solidFill>
                <a:latin typeface="Malgun Gothic"/>
                <a:ea typeface="Malgun Gothic"/>
                <a:cs typeface="Malgun Gothic"/>
              </a:rPr>
              <a:t>관리자용</a:t>
            </a:r>
          </a:p>
        </p:txBody>
      </p:sp>
      <p:sp>
        <p:nvSpPr>
          <p:cNvPr id="2" name="text-2">
            <a:extLst xmlns:a="http://schemas.openxmlformats.org/drawingml/2006/main">
              <a:ext uri="{FF2B5EF4-FFF2-40B4-BE49-F238E27FC236}">
                <a16:creationId xmlns:a16="http://schemas.microsoft.com/office/drawing/2014/main" id="{900B9EDF-94EA-434B-9FA3-E02D1C30119F}"/>
              </a:ext>
            </a:extLst>
          </p:cNvPr>
          <p:cNvSpPr>
            <a:spLocks xmlns:a="http://schemas.openxmlformats.org/drawingml/2006/main" noGrp="1"/>
          </p:cNvSpPr>
          <p:nvPr/>
        </p:nvSpPr>
        <p:spPr>
          <a:xfrm xmlns:a="http://schemas.openxmlformats.org/drawingml/2006/main">
            <a:off x="685800" y="2095500"/>
            <a:ext cx="121920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5700" b="1">
                <a:solidFill>
                  <a:srgbClr val="FFFFFF"/>
                </a:solidFill>
                <a:latin typeface="Malgun Gothic"/>
                <a:ea typeface="Malgun Gothic"/>
                <a:cs typeface="Malgun Gothic"/>
              </a:defRPr>
            </a:defPPr>
            <a:lvl1pPr>
              <a:buNone/>
              <a:defRPr sz="5700" b="1">
                <a:solidFill>
                  <a:srgbClr val="FFFFFF"/>
                </a:solidFill>
                <a:latin typeface="Malgun Gothic"/>
                <a:ea typeface="Malgun Gothic"/>
                <a:cs typeface="Malgun Gothic"/>
              </a:defRPr>
            </a:lvl1pPr>
            <a:lvl2pPr>
              <a:buNone/>
              <a:defRPr sz="5700" b="1">
                <a:solidFill>
                  <a:srgbClr val="FFFFFF"/>
                </a:solidFill>
                <a:latin typeface="Malgun Gothic"/>
                <a:ea typeface="Malgun Gothic"/>
                <a:cs typeface="Malgun Gothic"/>
              </a:defRPr>
            </a:lvl2pPr>
            <a:lvl3pPr>
              <a:buNone/>
              <a:defRPr sz="5700" b="1">
                <a:solidFill>
                  <a:srgbClr val="FFFFFF"/>
                </a:solidFill>
                <a:latin typeface="Malgun Gothic"/>
                <a:ea typeface="Malgun Gothic"/>
                <a:cs typeface="Malgun Gothic"/>
              </a:defRPr>
            </a:lvl3pPr>
            <a:lvl4pPr>
              <a:buNone/>
              <a:defRPr sz="5700" b="1">
                <a:solidFill>
                  <a:srgbClr val="FFFFFF"/>
                </a:solidFill>
                <a:latin typeface="Malgun Gothic"/>
                <a:ea typeface="Malgun Gothic"/>
                <a:cs typeface="Malgun Gothic"/>
              </a:defRPr>
            </a:lvl4pPr>
            <a:lvl5pPr>
              <a:buNone/>
              <a:defRPr sz="5700" b="1">
                <a:solidFill>
                  <a:srgbClr val="FFFFFF"/>
                </a:solidFill>
                <a:latin typeface="Malgun Gothic"/>
                <a:ea typeface="Malgun Gothic"/>
                <a:cs typeface="Malgun Gothic"/>
              </a:defRPr>
            </a:lvl5pPr>
            <a:lvl6pPr>
              <a:buNone/>
              <a:defRPr sz="5700" b="1">
                <a:solidFill>
                  <a:srgbClr val="FFFFFF"/>
                </a:solidFill>
                <a:latin typeface="Malgun Gothic"/>
                <a:ea typeface="Malgun Gothic"/>
                <a:cs typeface="Malgun Gothic"/>
              </a:defRPr>
            </a:lvl6pPr>
            <a:lvl7pPr>
              <a:buNone/>
              <a:defRPr sz="5700" b="1">
                <a:solidFill>
                  <a:srgbClr val="FFFFFF"/>
                </a:solidFill>
                <a:latin typeface="Malgun Gothic"/>
                <a:ea typeface="Malgun Gothic"/>
                <a:cs typeface="Malgun Gothic"/>
              </a:defRPr>
            </a:lvl7pPr>
            <a:lvl8pPr>
              <a:buNone/>
              <a:defRPr sz="5700" b="1">
                <a:solidFill>
                  <a:srgbClr val="FFFFFF"/>
                </a:solidFill>
                <a:latin typeface="Malgun Gothic"/>
                <a:ea typeface="Malgun Gothic"/>
                <a:cs typeface="Malgun Gothic"/>
              </a:defRPr>
            </a:lvl8pPr>
            <a:lvl9pPr>
              <a:buNone/>
              <a:defRPr sz="5700" b="1">
                <a:solidFill>
                  <a:srgbClr val="FFFFFF"/>
                </a:solidFill>
                <a:latin typeface="Malgun Gothic"/>
                <a:ea typeface="Malgun Gothic"/>
                <a:cs typeface="Malgun Gothic"/>
              </a:defRPr>
            </a:lvl9pPr>
          </a:lstStyle>
          <a:p xmlns:a="http://schemas.openxmlformats.org/drawingml/2006/main">
            <a:pPr>
              <a:buNone/>
              <a:defRPr sz="5700" b="1">
                <a:solidFill>
                  <a:srgbClr val="FFFFFF"/>
                </a:solidFill>
                <a:latin typeface="Malgun Gothic"/>
                <a:ea typeface="Malgun Gothic"/>
                <a:cs typeface="Malgun Gothic"/>
              </a:defRPr>
            </a:pPr>
            <a:r>
              <a:rPr sz="5700" b="1">
                <a:solidFill>
                  <a:srgbClr val="FFFFFF"/>
                </a:solidFill>
                <a:latin typeface="Malgun Gothic"/>
                <a:ea typeface="Malgun Gothic"/>
                <a:cs typeface="Malgun Gothic"/>
              </a:rPr>
              <a:t>심사국별 관리 페이지</a:t>
            </a:r>
          </a:p>
          <a:p xmlns:a="http://schemas.openxmlformats.org/drawingml/2006/main">
            <a:pPr>
              <a:buNone/>
              <a:defRPr sz="5700" b="1">
                <a:solidFill>
                  <a:srgbClr val="FFFFFF"/>
                </a:solidFill>
                <a:latin typeface="Malgun Gothic"/>
                <a:ea typeface="Malgun Gothic"/>
                <a:cs typeface="Malgun Gothic"/>
              </a:defRPr>
            </a:pPr>
            <a:r>
              <a:rPr sz="5700" b="1">
                <a:solidFill>
                  <a:srgbClr val="FFFFFF"/>
                </a:solidFill>
                <a:latin typeface="Malgun Gothic"/>
                <a:ea typeface="Malgun Gothic"/>
                <a:cs typeface="Malgun Gothic"/>
              </a:rPr>
              <a:t>설정 안내</a:t>
            </a:r>
          </a:p>
        </p:txBody>
      </p:sp>
      <p:sp>
        <p:nvSpPr>
          <p:cNvPr id="3" name="text-3">
            <a:extLst xmlns:a="http://schemas.openxmlformats.org/drawingml/2006/main">
              <a:ext uri="{FF2B5EF4-FFF2-40B4-BE49-F238E27FC236}">
                <a16:creationId xmlns:a16="http://schemas.microsoft.com/office/drawing/2014/main" id="{C997C35E-74FD-46A4-BC38-2390F7E11C90}"/>
              </a:ext>
            </a:extLst>
          </p:cNvPr>
          <p:cNvSpPr>
            <a:spLocks xmlns:a="http://schemas.openxmlformats.org/drawingml/2006/main" noGrp="1"/>
          </p:cNvSpPr>
          <p:nvPr/>
        </p:nvSpPr>
        <p:spPr>
          <a:xfrm xmlns:a="http://schemas.openxmlformats.org/drawingml/2006/main">
            <a:off x="723900" y="5038725"/>
            <a:ext cx="11430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a:solidFill>
                  <a:srgbClr val="FFFFFF"/>
                </a:solidFill>
                <a:latin typeface="Malgun Gothic"/>
                <a:ea typeface="Malgun Gothic"/>
                <a:cs typeface="Malgun Gothic"/>
              </a:defRPr>
            </a:defPPr>
            <a:lvl1pPr>
              <a:buNone/>
              <a:defRPr sz="2550">
                <a:solidFill>
                  <a:srgbClr val="FFFFFF"/>
                </a:solidFill>
                <a:latin typeface="Malgun Gothic"/>
                <a:ea typeface="Malgun Gothic"/>
                <a:cs typeface="Malgun Gothic"/>
              </a:defRPr>
            </a:lvl1pPr>
            <a:lvl2pPr>
              <a:buNone/>
              <a:defRPr sz="2550">
                <a:solidFill>
                  <a:srgbClr val="FFFFFF"/>
                </a:solidFill>
                <a:latin typeface="Malgun Gothic"/>
                <a:ea typeface="Malgun Gothic"/>
                <a:cs typeface="Malgun Gothic"/>
              </a:defRPr>
            </a:lvl2pPr>
            <a:lvl3pPr>
              <a:buNone/>
              <a:defRPr sz="2550">
                <a:solidFill>
                  <a:srgbClr val="FFFFFF"/>
                </a:solidFill>
                <a:latin typeface="Malgun Gothic"/>
                <a:ea typeface="Malgun Gothic"/>
                <a:cs typeface="Malgun Gothic"/>
              </a:defRPr>
            </a:lvl3pPr>
            <a:lvl4pPr>
              <a:buNone/>
              <a:defRPr sz="2550">
                <a:solidFill>
                  <a:srgbClr val="FFFFFF"/>
                </a:solidFill>
                <a:latin typeface="Malgun Gothic"/>
                <a:ea typeface="Malgun Gothic"/>
                <a:cs typeface="Malgun Gothic"/>
              </a:defRPr>
            </a:lvl4pPr>
            <a:lvl5pPr>
              <a:buNone/>
              <a:defRPr sz="2550">
                <a:solidFill>
                  <a:srgbClr val="FFFFFF"/>
                </a:solidFill>
                <a:latin typeface="Malgun Gothic"/>
                <a:ea typeface="Malgun Gothic"/>
                <a:cs typeface="Malgun Gothic"/>
              </a:defRPr>
            </a:lvl5pPr>
            <a:lvl6pPr>
              <a:buNone/>
              <a:defRPr sz="2550">
                <a:solidFill>
                  <a:srgbClr val="FFFFFF"/>
                </a:solidFill>
                <a:latin typeface="Malgun Gothic"/>
                <a:ea typeface="Malgun Gothic"/>
                <a:cs typeface="Malgun Gothic"/>
              </a:defRPr>
            </a:lvl6pPr>
            <a:lvl7pPr>
              <a:buNone/>
              <a:defRPr sz="2550">
                <a:solidFill>
                  <a:srgbClr val="FFFFFF"/>
                </a:solidFill>
                <a:latin typeface="Malgun Gothic"/>
                <a:ea typeface="Malgun Gothic"/>
                <a:cs typeface="Malgun Gothic"/>
              </a:defRPr>
            </a:lvl7pPr>
            <a:lvl8pPr>
              <a:buNone/>
              <a:defRPr sz="2550">
                <a:solidFill>
                  <a:srgbClr val="FFFFFF"/>
                </a:solidFill>
                <a:latin typeface="Malgun Gothic"/>
                <a:ea typeface="Malgun Gothic"/>
                <a:cs typeface="Malgun Gothic"/>
              </a:defRPr>
            </a:lvl8pPr>
            <a:lvl9pPr>
              <a:buNone/>
              <a:defRPr sz="2550">
                <a:solidFill>
                  <a:srgbClr val="FFFFFF"/>
                </a:solidFill>
                <a:latin typeface="Malgun Gothic"/>
                <a:ea typeface="Malgun Gothic"/>
                <a:cs typeface="Malgun Gothic"/>
              </a:defRPr>
            </a:lvl9pPr>
          </a:lstStyle>
          <a:p xmlns:a="http://schemas.openxmlformats.org/drawingml/2006/main">
            <a:pPr>
              <a:buNone/>
              <a:defRPr sz="2550">
                <a:solidFill>
                  <a:srgbClr val="FFFFFF"/>
                </a:solidFill>
                <a:latin typeface="Malgun Gothic"/>
                <a:ea typeface="Malgun Gothic"/>
                <a:cs typeface="Malgun Gothic"/>
              </a:defRPr>
            </a:pPr>
            <a:r>
              <a:rPr sz="2550">
                <a:solidFill>
                  <a:srgbClr val="FFFFFF"/>
                </a:solidFill>
                <a:latin typeface="Malgun Gothic"/>
                <a:ea typeface="Malgun Gothic"/>
                <a:cs typeface="Malgun Gothic"/>
              </a:rPr>
              <a:t>계정 · AI 배정 · 월별 운영 · 공지</a:t>
            </a:r>
          </a:p>
        </p:txBody>
      </p:sp>
      <p:sp>
        <p:nvSpPr>
          <p:cNvPr id="4" name="text-4">
            <a:extLst xmlns:a="http://schemas.openxmlformats.org/drawingml/2006/main">
              <a:ext uri="{FF2B5EF4-FFF2-40B4-BE49-F238E27FC236}">
                <a16:creationId xmlns:a16="http://schemas.microsoft.com/office/drawing/2014/main" id="{C1D8D9E4-C7A5-4FC9-A8DD-CBB93EBE7F4E}"/>
              </a:ext>
            </a:extLst>
          </p:cNvPr>
          <p:cNvSpPr>
            <a:spLocks xmlns:a="http://schemas.openxmlformats.org/drawingml/2006/main" noGrp="1"/>
          </p:cNvSpPr>
          <p:nvPr/>
        </p:nvSpPr>
        <p:spPr>
          <a:xfrm xmlns:a="http://schemas.openxmlformats.org/drawingml/2006/main">
            <a:off x="723900" y="6267450"/>
            <a:ext cx="1219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D6E3F1"/>
                </a:solidFill>
                <a:latin typeface="Malgun Gothic"/>
                <a:ea typeface="Malgun Gothic"/>
                <a:cs typeface="Malgun Gothic"/>
              </a:defRPr>
            </a:defPPr>
            <a:lvl1pPr>
              <a:buNone/>
              <a:defRPr sz="1800">
                <a:solidFill>
                  <a:srgbClr val="D6E3F1"/>
                </a:solidFill>
                <a:latin typeface="Malgun Gothic"/>
                <a:ea typeface="Malgun Gothic"/>
                <a:cs typeface="Malgun Gothic"/>
              </a:defRPr>
            </a:lvl1pPr>
            <a:lvl2pPr>
              <a:buNone/>
              <a:defRPr sz="1800">
                <a:solidFill>
                  <a:srgbClr val="D6E3F1"/>
                </a:solidFill>
                <a:latin typeface="Malgun Gothic"/>
                <a:ea typeface="Malgun Gothic"/>
                <a:cs typeface="Malgun Gothic"/>
              </a:defRPr>
            </a:lvl2pPr>
            <a:lvl3pPr>
              <a:buNone/>
              <a:defRPr sz="1800">
                <a:solidFill>
                  <a:srgbClr val="D6E3F1"/>
                </a:solidFill>
                <a:latin typeface="Malgun Gothic"/>
                <a:ea typeface="Malgun Gothic"/>
                <a:cs typeface="Malgun Gothic"/>
              </a:defRPr>
            </a:lvl3pPr>
            <a:lvl4pPr>
              <a:buNone/>
              <a:defRPr sz="1800">
                <a:solidFill>
                  <a:srgbClr val="D6E3F1"/>
                </a:solidFill>
                <a:latin typeface="Malgun Gothic"/>
                <a:ea typeface="Malgun Gothic"/>
                <a:cs typeface="Malgun Gothic"/>
              </a:defRPr>
            </a:lvl4pPr>
            <a:lvl5pPr>
              <a:buNone/>
              <a:defRPr sz="1800">
                <a:solidFill>
                  <a:srgbClr val="D6E3F1"/>
                </a:solidFill>
                <a:latin typeface="Malgun Gothic"/>
                <a:ea typeface="Malgun Gothic"/>
                <a:cs typeface="Malgun Gothic"/>
              </a:defRPr>
            </a:lvl5pPr>
            <a:lvl6pPr>
              <a:buNone/>
              <a:defRPr sz="1800">
                <a:solidFill>
                  <a:srgbClr val="D6E3F1"/>
                </a:solidFill>
                <a:latin typeface="Malgun Gothic"/>
                <a:ea typeface="Malgun Gothic"/>
                <a:cs typeface="Malgun Gothic"/>
              </a:defRPr>
            </a:lvl6pPr>
            <a:lvl7pPr>
              <a:buNone/>
              <a:defRPr sz="1800">
                <a:solidFill>
                  <a:srgbClr val="D6E3F1"/>
                </a:solidFill>
                <a:latin typeface="Malgun Gothic"/>
                <a:ea typeface="Malgun Gothic"/>
                <a:cs typeface="Malgun Gothic"/>
              </a:defRPr>
            </a:lvl7pPr>
            <a:lvl8pPr>
              <a:buNone/>
              <a:defRPr sz="1800">
                <a:solidFill>
                  <a:srgbClr val="D6E3F1"/>
                </a:solidFill>
                <a:latin typeface="Malgun Gothic"/>
                <a:ea typeface="Malgun Gothic"/>
                <a:cs typeface="Malgun Gothic"/>
              </a:defRPr>
            </a:lvl8pPr>
            <a:lvl9pPr>
              <a:buNone/>
              <a:defRPr sz="1800">
                <a:solidFill>
                  <a:srgbClr val="D6E3F1"/>
                </a:solidFill>
                <a:latin typeface="Malgun Gothic"/>
                <a:ea typeface="Malgun Gothic"/>
                <a:cs typeface="Malgun Gothic"/>
              </a:defRPr>
            </a:lvl9pPr>
          </a:lstStyle>
          <a:p xmlns:a="http://schemas.openxmlformats.org/drawingml/2006/main">
            <a:pPr>
              <a:buNone/>
              <a:defRPr sz="1800">
                <a:solidFill>
                  <a:srgbClr val="D6E3F1"/>
                </a:solidFill>
                <a:latin typeface="Malgun Gothic"/>
                <a:ea typeface="Malgun Gothic"/>
                <a:cs typeface="Malgun Gothic"/>
              </a:defRPr>
            </a:pPr>
            <a:r>
              <a:rPr sz="1800">
                <a:solidFill>
                  <a:srgbClr val="D6E3F1"/>
                </a:solidFill>
                <a:latin typeface="Malgun Gothic"/>
                <a:ea typeface="Malgun Gothic"/>
                <a:cs typeface="Malgun Gothic"/>
              </a:rPr>
              <a:t>6개 심사국의 설정 범위와 적용 방법</a:t>
            </a:r>
          </a:p>
        </p:txBody>
      </p:sp>
      <p:sp>
        <p:nvSpPr>
          <p:cNvPr id="5" name="text-5">
            <a:extLst xmlns:a="http://schemas.openxmlformats.org/drawingml/2006/main">
              <a:ext uri="{FF2B5EF4-FFF2-40B4-BE49-F238E27FC236}">
                <a16:creationId xmlns:a16="http://schemas.microsoft.com/office/drawing/2014/main" id="{CA8EABFA-9762-48B1-9C8D-B76C4C96FC24}"/>
              </a:ext>
            </a:extLst>
          </p:cNvPr>
          <p:cNvSpPr>
            <a:spLocks xmlns:a="http://schemas.openxmlformats.org/drawingml/2006/main" noGrp="1"/>
          </p:cNvSpPr>
          <p:nvPr/>
        </p:nvSpPr>
        <p:spPr>
          <a:xfrm xmlns:a="http://schemas.openxmlformats.org/drawingml/2006/main">
            <a:off x="723900" y="68484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a:solidFill>
                  <a:srgbClr val="B8D3F5"/>
                </a:solidFill>
                <a:latin typeface="Malgun Gothic"/>
                <a:ea typeface="Malgun Gothic"/>
                <a:cs typeface="Malgun Gothic"/>
              </a:defRPr>
            </a:defPPr>
            <a:lvl1pPr>
              <a:buNone/>
              <a:defRPr sz="1500">
                <a:solidFill>
                  <a:srgbClr val="B8D3F5"/>
                </a:solidFill>
                <a:latin typeface="Malgun Gothic"/>
                <a:ea typeface="Malgun Gothic"/>
                <a:cs typeface="Malgun Gothic"/>
              </a:defRPr>
            </a:lvl1pPr>
            <a:lvl2pPr>
              <a:buNone/>
              <a:defRPr sz="1500">
                <a:solidFill>
                  <a:srgbClr val="B8D3F5"/>
                </a:solidFill>
                <a:latin typeface="Malgun Gothic"/>
                <a:ea typeface="Malgun Gothic"/>
                <a:cs typeface="Malgun Gothic"/>
              </a:defRPr>
            </a:lvl2pPr>
            <a:lvl3pPr>
              <a:buNone/>
              <a:defRPr sz="1500">
                <a:solidFill>
                  <a:srgbClr val="B8D3F5"/>
                </a:solidFill>
                <a:latin typeface="Malgun Gothic"/>
                <a:ea typeface="Malgun Gothic"/>
                <a:cs typeface="Malgun Gothic"/>
              </a:defRPr>
            </a:lvl3pPr>
            <a:lvl4pPr>
              <a:buNone/>
              <a:defRPr sz="1500">
                <a:solidFill>
                  <a:srgbClr val="B8D3F5"/>
                </a:solidFill>
                <a:latin typeface="Malgun Gothic"/>
                <a:ea typeface="Malgun Gothic"/>
                <a:cs typeface="Malgun Gothic"/>
              </a:defRPr>
            </a:lvl4pPr>
            <a:lvl5pPr>
              <a:buNone/>
              <a:defRPr sz="1500">
                <a:solidFill>
                  <a:srgbClr val="B8D3F5"/>
                </a:solidFill>
                <a:latin typeface="Malgun Gothic"/>
                <a:ea typeface="Malgun Gothic"/>
                <a:cs typeface="Malgun Gothic"/>
              </a:defRPr>
            </a:lvl5pPr>
            <a:lvl6pPr>
              <a:buNone/>
              <a:defRPr sz="1500">
                <a:solidFill>
                  <a:srgbClr val="B8D3F5"/>
                </a:solidFill>
                <a:latin typeface="Malgun Gothic"/>
                <a:ea typeface="Malgun Gothic"/>
                <a:cs typeface="Malgun Gothic"/>
              </a:defRPr>
            </a:lvl6pPr>
            <a:lvl7pPr>
              <a:buNone/>
              <a:defRPr sz="1500">
                <a:solidFill>
                  <a:srgbClr val="B8D3F5"/>
                </a:solidFill>
                <a:latin typeface="Malgun Gothic"/>
                <a:ea typeface="Malgun Gothic"/>
                <a:cs typeface="Malgun Gothic"/>
              </a:defRPr>
            </a:lvl7pPr>
            <a:lvl8pPr>
              <a:buNone/>
              <a:defRPr sz="1500">
                <a:solidFill>
                  <a:srgbClr val="B8D3F5"/>
                </a:solidFill>
                <a:latin typeface="Malgun Gothic"/>
                <a:ea typeface="Malgun Gothic"/>
                <a:cs typeface="Malgun Gothic"/>
              </a:defRPr>
            </a:lvl8pPr>
            <a:lvl9pPr>
              <a:buNone/>
              <a:defRPr sz="1500">
                <a:solidFill>
                  <a:srgbClr val="B8D3F5"/>
                </a:solidFill>
                <a:latin typeface="Malgun Gothic"/>
                <a:ea typeface="Malgun Gothic"/>
                <a:cs typeface="Malgun Gothic"/>
              </a:defRPr>
            </a:lvl9pPr>
          </a:lstStyle>
          <a:p xmlns:a="http://schemas.openxmlformats.org/drawingml/2006/main">
            <a:pPr>
              <a:buNone/>
              <a:defRPr sz="1500">
                <a:solidFill>
                  <a:srgbClr val="B8D3F5"/>
                </a:solidFill>
                <a:latin typeface="Malgun Gothic"/>
                <a:ea typeface="Malgun Gothic"/>
                <a:cs typeface="Malgun Gothic"/>
              </a:defRPr>
            </a:pPr>
            <a:r>
              <a:rPr sz="1500">
                <a:solidFill>
                  <a:srgbClr val="B8D3F5"/>
                </a:solidFill>
                <a:latin typeface="Malgun Gothic"/>
                <a:ea typeface="Malgun Gothic"/>
                <a:cs typeface="Malgun Gothic"/>
              </a:rPr>
              <a:t>2026. 10. 31.</a:t>
            </a:r>
          </a:p>
        </p:txBody>
      </p:sp>
    </p:spTree>
    <p:extLst>
      <p:ext uri="{BB962C8B-B14F-4D97-AF65-F5344CB8AC3E}">
        <p14:creationId xmlns:p14="http://schemas.microsoft.com/office/powerpoint/2010/main" val="18114319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dmin-guide-text-1">
            <a:extLst xmlns:a="http://schemas.openxmlformats.org/drawingml/2006/main">
              <a:ext uri="{FF2B5EF4-FFF2-40B4-BE49-F238E27FC236}">
                <a16:creationId xmlns:a16="http://schemas.microsoft.com/office/drawing/2014/main" id="{1992D609-655D-4EA3-B3FA-9214EA07FC2C}"/>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심사국별 관리 주소</a:t>
            </a:r>
          </a:p>
        </p:txBody>
      </p:sp>
      <p:sp>
        <p:nvSpPr>
          <p:cNvPr id="2" name="admin-guide-text-2">
            <a:extLst xmlns:a="http://schemas.openxmlformats.org/drawingml/2006/main">
              <a:ext uri="{FF2B5EF4-FFF2-40B4-BE49-F238E27FC236}">
                <a16:creationId xmlns:a16="http://schemas.microsoft.com/office/drawing/2014/main" id="{E6C23D99-C9B6-4F0C-ACB4-BD80A323197E}"/>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같은 사이트 주소 뒤에 해당 심사국의 관리 경로를 붙여 접속합니다.</a:t>
            </a:r>
          </a:p>
        </p:txBody>
      </p:sp>
      <p:sp>
        <p:nvSpPr>
          <p:cNvPr id="3" name="admin-guide-text-3">
            <a:extLst xmlns:a="http://schemas.openxmlformats.org/drawingml/2006/main">
              <a:ext uri="{FF2B5EF4-FFF2-40B4-BE49-F238E27FC236}">
                <a16:creationId xmlns:a16="http://schemas.microsoft.com/office/drawing/2014/main" id="{03F9B271-CF48-4F07-BCB5-39DB6DC91660}"/>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4">
            <a:extLst xmlns:a="http://schemas.openxmlformats.org/drawingml/2006/main">
              <a:ext uri="{FF2B5EF4-FFF2-40B4-BE49-F238E27FC236}">
                <a16:creationId xmlns:a16="http://schemas.microsoft.com/office/drawing/2014/main" id="{43F75556-3892-4172-BF61-773B830F3908}"/>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02</a:t>
            </a:r>
          </a:p>
        </p:txBody>
      </p:sp>
      <p:sp>
        <p:nvSpPr>
          <p:cNvPr id="5" name="admin-guide-text-5">
            <a:extLst xmlns:a="http://schemas.openxmlformats.org/drawingml/2006/main">
              <a:ext uri="{FF2B5EF4-FFF2-40B4-BE49-F238E27FC236}">
                <a16:creationId xmlns:a16="http://schemas.microsoft.com/office/drawing/2014/main" id="{CB1CB98F-0E3E-4930-9BED-AE92736E2F11}"/>
              </a:ext>
            </a:extLst>
          </p:cNvPr>
          <p:cNvSpPr>
            <a:spLocks xmlns:a="http://schemas.openxmlformats.org/drawingml/2006/main" noGrp="1"/>
          </p:cNvSpPr>
          <p:nvPr/>
        </p:nvSpPr>
        <p:spPr>
          <a:xfrm xmlns:a="http://schemas.openxmlformats.org/drawingml/2006/main">
            <a:off x="571500" y="1819275"/>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a:solidFill>
                  <a:srgbClr val="165CB8"/>
                </a:solidFill>
                <a:latin typeface="Malgun Gothic"/>
                <a:ea typeface="Malgun Gothic"/>
                <a:cs typeface="Malgun Gothic"/>
              </a:defRPr>
            </a:defPPr>
            <a:lvl1pPr>
              <a:defRPr sz="1800">
                <a:solidFill>
                  <a:srgbClr val="165CB8"/>
                </a:solidFill>
                <a:latin typeface="Malgun Gothic"/>
                <a:ea typeface="Malgun Gothic"/>
                <a:cs typeface="Malgun Gothic"/>
              </a:defRPr>
            </a:lvl1pPr>
            <a:lvl2pPr>
              <a:defRPr sz="1800">
                <a:solidFill>
                  <a:srgbClr val="165CB8"/>
                </a:solidFill>
                <a:latin typeface="Malgun Gothic"/>
                <a:ea typeface="Malgun Gothic"/>
                <a:cs typeface="Malgun Gothic"/>
              </a:defRPr>
            </a:lvl2pPr>
            <a:lvl3pPr>
              <a:defRPr sz="1800">
                <a:solidFill>
                  <a:srgbClr val="165CB8"/>
                </a:solidFill>
                <a:latin typeface="Malgun Gothic"/>
                <a:ea typeface="Malgun Gothic"/>
                <a:cs typeface="Malgun Gothic"/>
              </a:defRPr>
            </a:lvl3pPr>
            <a:lvl4pPr>
              <a:defRPr sz="1800">
                <a:solidFill>
                  <a:srgbClr val="165CB8"/>
                </a:solidFill>
                <a:latin typeface="Malgun Gothic"/>
                <a:ea typeface="Malgun Gothic"/>
                <a:cs typeface="Malgun Gothic"/>
              </a:defRPr>
            </a:lvl4pPr>
            <a:lvl5pPr>
              <a:defRPr sz="1800">
                <a:solidFill>
                  <a:srgbClr val="165CB8"/>
                </a:solidFill>
                <a:latin typeface="Malgun Gothic"/>
                <a:ea typeface="Malgun Gothic"/>
                <a:cs typeface="Malgun Gothic"/>
              </a:defRPr>
            </a:lvl5pPr>
            <a:lvl6pPr>
              <a:defRPr sz="1800">
                <a:solidFill>
                  <a:srgbClr val="165CB8"/>
                </a:solidFill>
                <a:latin typeface="Malgun Gothic"/>
                <a:ea typeface="Malgun Gothic"/>
                <a:cs typeface="Malgun Gothic"/>
              </a:defRPr>
            </a:lvl6pPr>
            <a:lvl7pPr>
              <a:defRPr sz="1800">
                <a:solidFill>
                  <a:srgbClr val="165CB8"/>
                </a:solidFill>
                <a:latin typeface="Malgun Gothic"/>
                <a:ea typeface="Malgun Gothic"/>
                <a:cs typeface="Malgun Gothic"/>
              </a:defRPr>
            </a:lvl7pPr>
            <a:lvl8pPr>
              <a:defRPr sz="1800">
                <a:solidFill>
                  <a:srgbClr val="165CB8"/>
                </a:solidFill>
                <a:latin typeface="Malgun Gothic"/>
                <a:ea typeface="Malgun Gothic"/>
                <a:cs typeface="Malgun Gothic"/>
              </a:defRPr>
            </a:lvl8pPr>
            <a:lvl9pPr>
              <a:defRPr sz="1800">
                <a:solidFill>
                  <a:srgbClr val="165CB8"/>
                </a:solidFill>
                <a:latin typeface="Malgun Gothic"/>
                <a:ea typeface="Malgun Gothic"/>
                <a:cs typeface="Malgun Gothic"/>
              </a:defRPr>
            </a:lvl9pPr>
          </a:lstStyle>
          <a:p xmlns:a="http://schemas.openxmlformats.org/drawingml/2006/main">
            <a:pPr>
              <a:defRPr sz="1800">
                <a:solidFill>
                  <a:srgbClr val="165CB8"/>
                </a:solidFill>
                <a:latin typeface="Malgun Gothic"/>
                <a:ea typeface="Malgun Gothic"/>
                <a:cs typeface="Malgun Gothic"/>
              </a:defRPr>
            </a:pPr>
            <a:r>
              <a:rPr sz="1800">
                <a:solidFill>
                  <a:srgbClr val="165CB8"/>
                </a:solidFill>
                <a:latin typeface="Malgun Gothic"/>
                <a:ea typeface="Malgun Gothic"/>
                <a:cs typeface="Malgun Gothic"/>
                <a:hlinkClick xmlns:r="http://schemas.openxmlformats.org/officeDocument/2006/relationships" r:id="Rf67a4c5eed5a4eb6"/>
              </a:rPr>
              <a:t>https://patent-examiner-mvp.sohnjun96.workers.dev</a:t>
            </a:r>
          </a:p>
        </p:txBody>
      </p:sp>
      <p:graphicFrame>
        <p:nvGraphicFramePr>
          <p:cNvPr id="6" name="">
            <a:extLst xmlns:a="http://schemas.openxmlformats.org/drawingml/2006/main">
              <a:ext uri="{FF2B5EF4-FFF2-40B4-BE49-F238E27FC236}">
                <a16:creationId xmlns:a16="http://schemas.microsoft.com/office/drawing/2014/main" id="{1BAC6BF0-E0E3-469E-830D-16EC6AF67DFD}"/>
              </a:ext>
            </a:extLst>
          </p:cNvPr>
          <p:cNvGraphicFramePr/>
          <p:nvPr/>
        </p:nvGraphicFramePr>
        <p:xfrm>
          <a:off xmlns:a="http://schemas.openxmlformats.org/drawingml/2006/main" x="571500" y="2371725"/>
          <a:ext xmlns:a="http://schemas.openxmlformats.org/drawingml/2006/main" cx="12573000" cy="4000500"/>
        </p:xfrm>
        <a:graphic xmlns:a="http://schemas.openxmlformats.org/drawingml/2006/main">
          <a:graphicData uri="http://schemas.openxmlformats.org/drawingml/2006/table">
            <a:tbl>
              <a:tblPr/>
              <a:tblGrid>
                <a:gridCol w="4000500"/>
                <a:gridCol w="8572500"/>
              </a:tblGrid>
              <a:tr h="571500">
                <a:tc>
                  <a:txBody>
                    <a:bodyPr/>
                    <a:lstStyle/>
                    <a:p>
                      <a:r>
                        <a:rPr sz="2025" b="1">
                          <a:solidFill>
                            <a:srgbClr val="FFFFFF"/>
                          </a:solidFill>
                          <a:latin typeface="Malgun Gothic"/>
                          <a:ea typeface="Malgun Gothic"/>
                          <a:cs typeface="Malgun Gothic"/>
                        </a:rPr>
                        <a:t>심사국</a:t>
                      </a:r>
                    </a:p>
                  </a:txBody>
                  <a:tcPr marL="152400" marR="152400" marT="95250" marB="95250" anchor="ctr">
                    <a:lnL w="9525">
                      <a:solidFill>
                        <a:srgbClr val="CFD9E4"/>
                      </a:solidFill>
                      <a:prstDash val="solid"/>
                    </a:lnL>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c>
                  <a:txBody>
                    <a:bodyPr/>
                    <a:lstStyle/>
                    <a:p>
                      <a:r>
                        <a:rPr sz="2025" b="1">
                          <a:solidFill>
                            <a:srgbClr val="FFFFFF"/>
                          </a:solidFill>
                          <a:latin typeface="Malgun Gothic"/>
                          <a:ea typeface="Malgun Gothic"/>
                          <a:cs typeface="Malgun Gothic"/>
                        </a:rPr>
                        <a:t>관리 경로</a:t>
                      </a:r>
                    </a:p>
                  </a:txBody>
                  <a:tcPr marL="152400" marR="152400" marT="95250" marB="95250" anchor="ctr">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r>
              <a:tr h="571500">
                <a:tc>
                  <a:txBody>
                    <a:bodyPr/>
                    <a:lstStyle/>
                    <a:p>
                      <a:r>
                        <a:rPr sz="2025" b="0">
                          <a:solidFill>
                            <a:srgbClr val="152B41"/>
                          </a:solidFill>
                          <a:latin typeface="Malgun Gothic"/>
                          <a:ea typeface="Malgun Gothic"/>
                          <a:cs typeface="Malgun Gothic"/>
                        </a:rPr>
                        <a:t>기획국</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2025" b="0">
                          <a:solidFill>
                            <a:srgbClr val="152B41"/>
                          </a:solidFill>
                          <a:latin typeface="Malgun Gothic"/>
                          <a:ea typeface="Malgun Gothic"/>
                          <a:cs typeface="Malgun Gothic"/>
                          <a:hlinkClick xmlns:r="http://schemas.openxmlformats.org/officeDocument/2006/relationships" r:id="R2553a31efb684a85"/>
                        </a:rPr>
                        <a:t>/기획국/rhksfl</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2025" b="0">
                          <a:solidFill>
                            <a:srgbClr val="152B41"/>
                          </a:solidFill>
                          <a:latin typeface="Malgun Gothic"/>
                          <a:ea typeface="Malgun Gothic"/>
                          <a:cs typeface="Malgun Gothic"/>
                        </a:rPr>
                        <a:t>융합국</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2025" b="0">
                          <a:solidFill>
                            <a:srgbClr val="152B41"/>
                          </a:solidFill>
                          <a:latin typeface="Malgun Gothic"/>
                          <a:ea typeface="Malgun Gothic"/>
                          <a:cs typeface="Malgun Gothic"/>
                          <a:hlinkClick xmlns:r="http://schemas.openxmlformats.org/officeDocument/2006/relationships" r:id="R802ad7a891394211"/>
                        </a:rPr>
                        <a:t>/융합국/rhksfl</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2025" b="0">
                          <a:solidFill>
                            <a:srgbClr val="152B41"/>
                          </a:solidFill>
                          <a:latin typeface="Malgun Gothic"/>
                          <a:ea typeface="Malgun Gothic"/>
                          <a:cs typeface="Malgun Gothic"/>
                        </a:rPr>
                        <a:t>전기국</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2025" b="0">
                          <a:solidFill>
                            <a:srgbClr val="152B41"/>
                          </a:solidFill>
                          <a:latin typeface="Malgun Gothic"/>
                          <a:ea typeface="Malgun Gothic"/>
                          <a:cs typeface="Malgun Gothic"/>
                          <a:hlinkClick xmlns:r="http://schemas.openxmlformats.org/officeDocument/2006/relationships" r:id="Rff21acedf7d644c2"/>
                        </a:rPr>
                        <a:t>/전기국/rhksfl</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2025" b="0">
                          <a:solidFill>
                            <a:srgbClr val="152B41"/>
                          </a:solidFill>
                          <a:latin typeface="Malgun Gothic"/>
                          <a:ea typeface="Malgun Gothic"/>
                          <a:cs typeface="Malgun Gothic"/>
                        </a:rPr>
                        <a:t>화학국</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2025" b="0">
                          <a:solidFill>
                            <a:srgbClr val="152B41"/>
                          </a:solidFill>
                          <a:latin typeface="Malgun Gothic"/>
                          <a:ea typeface="Malgun Gothic"/>
                          <a:cs typeface="Malgun Gothic"/>
                          <a:hlinkClick xmlns:r="http://schemas.openxmlformats.org/officeDocument/2006/relationships" r:id="R7fbde42135284ab8"/>
                        </a:rPr>
                        <a:t>/화학국/rhksfl</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2025" b="0">
                          <a:solidFill>
                            <a:srgbClr val="152B41"/>
                          </a:solidFill>
                          <a:latin typeface="Malgun Gothic"/>
                          <a:ea typeface="Malgun Gothic"/>
                          <a:cs typeface="Malgun Gothic"/>
                        </a:rPr>
                        <a:t>기계국</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2025" b="0">
                          <a:solidFill>
                            <a:srgbClr val="152B41"/>
                          </a:solidFill>
                          <a:latin typeface="Malgun Gothic"/>
                          <a:ea typeface="Malgun Gothic"/>
                          <a:cs typeface="Malgun Gothic"/>
                          <a:hlinkClick xmlns:r="http://schemas.openxmlformats.org/officeDocument/2006/relationships" r:id="Ra18669cf4e2d4b2d"/>
                        </a:rPr>
                        <a:t>/기계국/rhksfl</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2025" b="0">
                          <a:solidFill>
                            <a:srgbClr val="152B41"/>
                          </a:solidFill>
                          <a:latin typeface="Malgun Gothic"/>
                          <a:ea typeface="Malgun Gothic"/>
                          <a:cs typeface="Malgun Gothic"/>
                        </a:rPr>
                        <a:t>반도체단</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2025" b="0">
                          <a:solidFill>
                            <a:srgbClr val="152B41"/>
                          </a:solidFill>
                          <a:latin typeface="Malgun Gothic"/>
                          <a:ea typeface="Malgun Gothic"/>
                          <a:cs typeface="Malgun Gothic"/>
                          <a:hlinkClick xmlns:r="http://schemas.openxmlformats.org/officeDocument/2006/relationships" r:id="R302fe5a56138454c"/>
                        </a:rPr>
                        <a:t>/반도체단/rhksfl</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bl>
          </a:graphicData>
        </a:graphic>
      </p:graphicFrame>
      <p:sp>
        <p:nvSpPr>
          <p:cNvPr id="7" name="admin-guide-text-6">
            <a:extLst xmlns:a="http://schemas.openxmlformats.org/drawingml/2006/main">
              <a:ext uri="{FF2B5EF4-FFF2-40B4-BE49-F238E27FC236}">
                <a16:creationId xmlns:a16="http://schemas.microsoft.com/office/drawing/2014/main" id="{E946E997-5D25-4D02-9C18-258B61F74023}"/>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관리 기능은 같으며, 설정과 자료는 각 심사국별로 따로 저장합니다.</a:t>
            </a:r>
          </a:p>
        </p:txBody>
      </p:sp>
    </p:spTree>
    <p:extLst>
      <p:ext uri="{BB962C8B-B14F-4D97-AF65-F5344CB8AC3E}">
        <p14:creationId xmlns:p14="http://schemas.microsoft.com/office/powerpoint/2010/main" val="19226587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7">
            <a:extLst xmlns:a="http://schemas.openxmlformats.org/drawingml/2006/main">
              <a:ext uri="{FF2B5EF4-FFF2-40B4-BE49-F238E27FC236}">
                <a16:creationId xmlns:a16="http://schemas.microsoft.com/office/drawing/2014/main" id="{E77E251B-0759-4042-897E-75DFB206D17A}"/>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심사국 공통 설정과 월별 설정</a:t>
            </a:r>
          </a:p>
        </p:txBody>
      </p:sp>
      <p:sp>
        <p:nvSpPr>
          <p:cNvPr id="2" name="admin-guide-text-8">
            <a:extLst xmlns:a="http://schemas.openxmlformats.org/drawingml/2006/main">
              <a:ext uri="{FF2B5EF4-FFF2-40B4-BE49-F238E27FC236}">
                <a16:creationId xmlns:a16="http://schemas.microsoft.com/office/drawing/2014/main" id="{F6E715C2-49E8-49B4-ABA0-B04772B9C688}"/>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계정·그룹·AI 배정·공지는 운영월과 관계없이 유지합니다.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단계 상태·기한·대상 출원은 해당 심사국의 운영월별로 관리합니다.</a:t>
            </a:r>
          </a:p>
        </p:txBody>
      </p:sp>
      <p:sp>
        <p:nvSpPr>
          <p:cNvPr id="3" name="admin-guide-text-9">
            <a:extLst xmlns:a="http://schemas.openxmlformats.org/drawingml/2006/main">
              <a:ext uri="{FF2B5EF4-FFF2-40B4-BE49-F238E27FC236}">
                <a16:creationId xmlns:a16="http://schemas.microsoft.com/office/drawing/2014/main" id="{DF180F8D-2670-4A8E-A3C5-ABFD9EF19295}"/>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10">
            <a:extLst xmlns:a="http://schemas.openxmlformats.org/drawingml/2006/main">
              <a:ext uri="{FF2B5EF4-FFF2-40B4-BE49-F238E27FC236}">
                <a16:creationId xmlns:a16="http://schemas.microsoft.com/office/drawing/2014/main" id="{F045AD63-3A7C-4877-82FC-A1ABA5A767EE}"/>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03</a:t>
            </a:r>
          </a:p>
        </p:txBody>
      </p:sp>
      <p:graphicFrame>
        <p:nvGraphicFramePr>
          <p:cNvPr id="5" name="">
            <a:extLst xmlns:a="http://schemas.openxmlformats.org/drawingml/2006/main">
              <a:ext uri="{FF2B5EF4-FFF2-40B4-BE49-F238E27FC236}">
                <a16:creationId xmlns:a16="http://schemas.microsoft.com/office/drawing/2014/main" id="{63ED3366-B315-4CCB-91CA-011D6AC3A57D}"/>
              </a:ext>
            </a:extLst>
          </p:cNvPr>
          <p:cNvGraphicFramePr/>
          <p:nvPr/>
        </p:nvGraphicFramePr>
        <p:xfrm>
          <a:off xmlns:a="http://schemas.openxmlformats.org/drawingml/2006/main" x="571500" y="2209800"/>
          <a:ext xmlns:a="http://schemas.openxmlformats.org/drawingml/2006/main" cx="12573000" cy="4000500"/>
        </p:xfrm>
        <a:graphic xmlns:a="http://schemas.openxmlformats.org/drawingml/2006/main">
          <a:graphicData uri="http://schemas.openxmlformats.org/drawingml/2006/table">
            <a:tbl>
              <a:tblPr/>
              <a:tblGrid>
                <a:gridCol w="2667000"/>
                <a:gridCol w="3143250"/>
                <a:gridCol w="6762750"/>
              </a:tblGrid>
              <a:tr h="571500">
                <a:tc>
                  <a:txBody>
                    <a:bodyPr/>
                    <a:lstStyle/>
                    <a:p>
                      <a:r>
                        <a:rPr sz="1800" b="1">
                          <a:solidFill>
                            <a:srgbClr val="FFFFFF"/>
                          </a:solidFill>
                          <a:latin typeface="Malgun Gothic"/>
                          <a:ea typeface="Malgun Gothic"/>
                          <a:cs typeface="Malgun Gothic"/>
                        </a:rPr>
                        <a:t>메뉴</a:t>
                      </a:r>
                    </a:p>
                  </a:txBody>
                  <a:tcPr marL="152400" marR="152400" marT="95250" marB="95250" anchor="ctr">
                    <a:lnL w="9525">
                      <a:solidFill>
                        <a:srgbClr val="CFD9E4"/>
                      </a:solidFill>
                      <a:prstDash val="solid"/>
                    </a:lnL>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c>
                  <a:txBody>
                    <a:bodyPr/>
                    <a:lstStyle/>
                    <a:p>
                      <a:r>
                        <a:rPr sz="1800" b="1">
                          <a:solidFill>
                            <a:srgbClr val="FFFFFF"/>
                          </a:solidFill>
                          <a:latin typeface="Malgun Gothic"/>
                          <a:ea typeface="Malgun Gothic"/>
                          <a:cs typeface="Malgun Gothic"/>
                        </a:rPr>
                        <a:t>적용 범위</a:t>
                      </a:r>
                    </a:p>
                  </a:txBody>
                  <a:tcPr marL="152400" marR="152400" marT="95250" marB="95250" anchor="ctr">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c>
                  <a:txBody>
                    <a:bodyPr/>
                    <a:lstStyle/>
                    <a:p>
                      <a:r>
                        <a:rPr sz="1800" b="1">
                          <a:solidFill>
                            <a:srgbClr val="FFFFFF"/>
                          </a:solidFill>
                          <a:latin typeface="Malgun Gothic"/>
                          <a:ea typeface="Malgun Gothic"/>
                          <a:cs typeface="Malgun Gothic"/>
                        </a:rPr>
                        <a:t>설정하거나 확인할 내용</a:t>
                      </a:r>
                    </a:p>
                  </a:txBody>
                  <a:tcPr marL="152400" marR="152400" marT="95250" marB="95250" anchor="ctr">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r>
              <a:tr h="571500">
                <a:tc>
                  <a:txBody>
                    <a:bodyPr/>
                    <a:lstStyle/>
                    <a:p>
                      <a:r>
                        <a:rPr sz="1800" b="0">
                          <a:solidFill>
                            <a:srgbClr val="152B41"/>
                          </a:solidFill>
                          <a:latin typeface="Malgun Gothic"/>
                          <a:ea typeface="Malgun Gothic"/>
                          <a:cs typeface="Malgun Gothic"/>
                        </a:rPr>
                        <a:t>심사관 관리</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심사국 공통</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계정·그룹·권한·담당 AI 배정</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00" b="0">
                          <a:solidFill>
                            <a:srgbClr val="152B41"/>
                          </a:solidFill>
                          <a:latin typeface="Malgun Gothic"/>
                          <a:ea typeface="Malgun Gothic"/>
                          <a:cs typeface="Malgun Gothic"/>
                        </a:rPr>
                        <a:t>AI 종류</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심사국 공통</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AI 이름·활성 상태</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1800" b="0">
                          <a:solidFill>
                            <a:srgbClr val="152B41"/>
                          </a:solidFill>
                          <a:latin typeface="Malgun Gothic"/>
                          <a:ea typeface="Malgun Gothic"/>
                          <a:cs typeface="Malgun Gothic"/>
                        </a:rPr>
                        <a:t>공지사항 관리</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심사국 공통</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공지 내용·게시 상태</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00" b="0">
                          <a:solidFill>
                            <a:srgbClr val="152B41"/>
                          </a:solidFill>
                          <a:latin typeface="Malgun Gothic"/>
                          <a:ea typeface="Malgun Gothic"/>
                          <a:cs typeface="Malgun Gothic"/>
                        </a:rPr>
                        <a:t>월별 운영</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운영월별</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대상 선정·AI 입력·평가 상태와 기한</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1800" b="0">
                          <a:solidFill>
                            <a:srgbClr val="152B41"/>
                          </a:solidFill>
                          <a:latin typeface="Malgun Gothic"/>
                          <a:ea typeface="Malgun Gothic"/>
                          <a:cs typeface="Malgun Gothic"/>
                        </a:rPr>
                        <a:t>대상 출원</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선택한 운영월</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00" b="0">
                          <a:solidFill>
                            <a:srgbClr val="152B41"/>
                          </a:solidFill>
                          <a:latin typeface="Malgun Gothic"/>
                          <a:ea typeface="Malgun Gothic"/>
                          <a:cs typeface="Malgun Gothic"/>
                        </a:rPr>
                        <a:t>출원 등록·선정 취소</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00" b="0">
                          <a:solidFill>
                            <a:srgbClr val="152B41"/>
                          </a:solidFill>
                          <a:latin typeface="Malgun Gothic"/>
                          <a:ea typeface="Malgun Gothic"/>
                          <a:cs typeface="Malgun Gothic"/>
                        </a:rPr>
                        <a:t>운영 현황</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선택 월·조회 범위</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00" b="0">
                          <a:solidFill>
                            <a:srgbClr val="152B41"/>
                          </a:solidFill>
                          <a:latin typeface="Malgun Gothic"/>
                          <a:ea typeface="Malgun Gothic"/>
                          <a:cs typeface="Malgun Gothic"/>
                        </a:rPr>
                        <a:t>진행 현황·엑셀·월 전체 마감</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bl>
          </a:graphicData>
        </a:graphic>
      </p:graphicFrame>
      <p:sp>
        <p:nvSpPr>
          <p:cNvPr id="6" name="admin-guide-text-11">
            <a:extLst xmlns:a="http://schemas.openxmlformats.org/drawingml/2006/main">
              <a:ext uri="{FF2B5EF4-FFF2-40B4-BE49-F238E27FC236}">
                <a16:creationId xmlns:a16="http://schemas.microsoft.com/office/drawing/2014/main" id="{E864C237-0E69-4551-AF8C-73E7C58E7D15}"/>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기획국에서 바꾼 설정은 다른 심사국에 자동으로 적용되지 않습니다.</a:t>
            </a:r>
          </a:p>
        </p:txBody>
      </p:sp>
    </p:spTree>
    <p:extLst>
      <p:ext uri="{BB962C8B-B14F-4D97-AF65-F5344CB8AC3E}">
        <p14:creationId xmlns:p14="http://schemas.microsoft.com/office/powerpoint/2010/main" val="15467762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dmin-guide-text-12">
            <a:extLst xmlns:a="http://schemas.openxmlformats.org/drawingml/2006/main">
              <a:ext uri="{FF2B5EF4-FFF2-40B4-BE49-F238E27FC236}">
                <a16:creationId xmlns:a16="http://schemas.microsoft.com/office/drawing/2014/main" id="{27DA2EFF-709B-45A2-AD68-09EDC85BF511}"/>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관리 메뉴와 첫 화면</a:t>
            </a:r>
          </a:p>
        </p:txBody>
      </p:sp>
      <p:sp>
        <p:nvSpPr>
          <p:cNvPr id="2" name="admin-guide-text-13">
            <a:extLst xmlns:a="http://schemas.openxmlformats.org/drawingml/2006/main">
              <a:ext uri="{FF2B5EF4-FFF2-40B4-BE49-F238E27FC236}">
                <a16:creationId xmlns:a16="http://schemas.microsoft.com/office/drawing/2014/main" id="{537BF339-7395-4C50-93F7-68EB5D8E570F}"/>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관리 주소로 들어가면 심사관 관리가 열립니다.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왼쪽의 여섯 메뉴에서 설정할 영역을 선택합니다.</a:t>
            </a:r>
          </a:p>
        </p:txBody>
      </p:sp>
      <p:sp>
        <p:nvSpPr>
          <p:cNvPr id="3" name="admin-guide-text-14">
            <a:extLst xmlns:a="http://schemas.openxmlformats.org/drawingml/2006/main">
              <a:ext uri="{FF2B5EF4-FFF2-40B4-BE49-F238E27FC236}">
                <a16:creationId xmlns:a16="http://schemas.microsoft.com/office/drawing/2014/main" id="{14302806-E764-4FE1-BC40-0F40668D4E6E}"/>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15">
            <a:extLst xmlns:a="http://schemas.openxmlformats.org/drawingml/2006/main">
              <a:ext uri="{FF2B5EF4-FFF2-40B4-BE49-F238E27FC236}">
                <a16:creationId xmlns:a16="http://schemas.microsoft.com/office/drawing/2014/main" id="{F23CA643-947E-40E8-A7D9-65FB1973593F}"/>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04</a:t>
            </a:r>
          </a:p>
        </p:txBody>
      </p:sp>
      <p:pic>
        <p:nvPicPr>
          <p:cNvPr id="5" name="">
            <a:extLst xmlns:a="http://schemas.openxmlformats.org/drawingml/2006/main">
              <a:ext uri="{FF2B5EF4-FFF2-40B4-BE49-F238E27FC236}">
                <a16:creationId xmlns:a16="http://schemas.microsoft.com/office/drawing/2014/main" id="{2F1587BC-25D5-4DDB-8378-4FC50BCE22F6}"/>
              </a:ext>
            </a:extLst>
          </p:cNvPr>
          <p:cNvPicPr>
            <a:picLocks xmlns:a="http://schemas.openxmlformats.org/drawingml/2006/main" noChangeAspect="1"/>
          </p:cNvPicPr>
          <p:nvPr/>
        </p:nvPicPr>
        <p:blipFill>
          <a:blip xmlns:r="http://schemas.openxmlformats.org/officeDocument/2006/relationships" xmlns:a="http://schemas.openxmlformats.org/drawingml/2006/main" r:embed="R1fbc1c557a6847dc"/>
          <a:srcRect xmlns:a="http://schemas.openxmlformats.org/drawingml/2006/main" l="0" t="0" r="77453" b="56370"/>
          <a:stretch xmlns:a="http://schemas.openxmlformats.org/drawingml/2006/main"/>
        </p:blipFill>
        <p:spPr>
          <a:xfrm xmlns:a="http://schemas.openxmlformats.org/drawingml/2006/main">
            <a:off x="598646" y="2143125"/>
            <a:ext cx="2660333" cy="4667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4C27834A-8DF1-4CA6-909B-8DBCAEF0985D}"/>
              </a:ext>
            </a:extLst>
          </p:cNvPr>
          <p:cNvPicPr>
            <a:picLocks xmlns:a="http://schemas.openxmlformats.org/drawingml/2006/main" noChangeAspect="1"/>
          </p:cNvPicPr>
          <p:nvPr/>
        </p:nvPicPr>
        <p:blipFill>
          <a:blip xmlns:r="http://schemas.openxmlformats.org/officeDocument/2006/relationships" xmlns:a="http://schemas.openxmlformats.org/drawingml/2006/main" r:embed="R5db670ba19134cd0"/>
          <a:srcRect xmlns:a="http://schemas.openxmlformats.org/drawingml/2006/main" l="24525" t="8726" r="1899" b="65969"/>
          <a:stretch xmlns:a="http://schemas.openxmlformats.org/drawingml/2006/main"/>
        </p:blipFill>
        <p:spPr>
          <a:xfrm xmlns:a="http://schemas.openxmlformats.org/drawingml/2006/main">
            <a:off x="3714750" y="3006520"/>
            <a:ext cx="9429750" cy="2940460"/>
          </a:xfrm>
          <a:prstGeom xmlns:a="http://schemas.openxmlformats.org/drawingml/2006/main" prst="rect">
            <a:avLst/>
          </a:prstGeom>
        </p:spPr>
      </p:pic>
      <p:sp>
        <p:nvSpPr>
          <p:cNvPr id="7" name="admin-guide-text-16">
            <a:extLst xmlns:a="http://schemas.openxmlformats.org/drawingml/2006/main">
              <a:ext uri="{FF2B5EF4-FFF2-40B4-BE49-F238E27FC236}">
                <a16:creationId xmlns:a16="http://schemas.microsoft.com/office/drawing/2014/main" id="{8753A5BB-C1F1-450F-8450-F885D8FFB92A}"/>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이후 화면은 기획국의 교육용 설정 예시입니다.</a:t>
            </a:r>
          </a:p>
        </p:txBody>
      </p:sp>
    </p:spTree>
    <p:extLst>
      <p:ext uri="{BB962C8B-B14F-4D97-AF65-F5344CB8AC3E}">
        <p14:creationId xmlns:p14="http://schemas.microsoft.com/office/powerpoint/2010/main" val="15396387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17">
            <a:extLst xmlns:a="http://schemas.openxmlformats.org/drawingml/2006/main">
              <a:ext uri="{FF2B5EF4-FFF2-40B4-BE49-F238E27FC236}">
                <a16:creationId xmlns:a16="http://schemas.microsoft.com/office/drawing/2014/main" id="{E1434AA8-E842-4B46-A553-972F9FA3475E}"/>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심사관 기본 정보와 권한</a:t>
            </a:r>
          </a:p>
        </p:txBody>
      </p:sp>
      <p:sp>
        <p:nvSpPr>
          <p:cNvPr id="2" name="admin-guide-text-18">
            <a:extLst xmlns:a="http://schemas.openxmlformats.org/drawingml/2006/main">
              <a:ext uri="{FF2B5EF4-FFF2-40B4-BE49-F238E27FC236}">
                <a16:creationId xmlns:a16="http://schemas.microsoft.com/office/drawing/2014/main" id="{02BB1203-36B1-4641-96B7-83DD8DA63B28}"/>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심사관명·심사과·소속 그룹·권한·계정 상태를 설정합니다.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심사관 등록 또는 이름 선택 후 변경 저장으로 반영합니다.</a:t>
            </a:r>
          </a:p>
        </p:txBody>
      </p:sp>
      <p:sp>
        <p:nvSpPr>
          <p:cNvPr id="3" name="admin-guide-text-19">
            <a:extLst xmlns:a="http://schemas.openxmlformats.org/drawingml/2006/main">
              <a:ext uri="{FF2B5EF4-FFF2-40B4-BE49-F238E27FC236}">
                <a16:creationId xmlns:a16="http://schemas.microsoft.com/office/drawing/2014/main" id="{442586B6-CF0F-4B3E-A418-5469347F204E}"/>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20">
            <a:extLst xmlns:a="http://schemas.openxmlformats.org/drawingml/2006/main">
              <a:ext uri="{FF2B5EF4-FFF2-40B4-BE49-F238E27FC236}">
                <a16:creationId xmlns:a16="http://schemas.microsoft.com/office/drawing/2014/main" id="{0E6B3931-2934-4DEC-8DA6-89CBA415C66F}"/>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05</a:t>
            </a:r>
          </a:p>
        </p:txBody>
      </p:sp>
      <p:pic>
        <p:nvPicPr>
          <p:cNvPr id="5" name="">
            <a:extLst xmlns:a="http://schemas.openxmlformats.org/drawingml/2006/main">
              <a:ext uri="{FF2B5EF4-FFF2-40B4-BE49-F238E27FC236}">
                <a16:creationId xmlns:a16="http://schemas.microsoft.com/office/drawing/2014/main" id="{8E04723A-EF7A-4D80-8002-EB851BDF3DEE}"/>
              </a:ext>
            </a:extLst>
          </p:cNvPr>
          <p:cNvPicPr>
            <a:picLocks xmlns:a="http://schemas.openxmlformats.org/drawingml/2006/main" noChangeAspect="1"/>
          </p:cNvPicPr>
          <p:nvPr/>
        </p:nvPicPr>
        <p:blipFill>
          <a:blip xmlns:r="http://schemas.openxmlformats.org/officeDocument/2006/relationships" xmlns:a="http://schemas.openxmlformats.org/drawingml/2006/main" r:embed="Ra292cf6751f44de9"/>
          <a:srcRect xmlns:a="http://schemas.openxmlformats.org/drawingml/2006/main" l="14844" t="30504" r="14844" b="30150"/>
          <a:stretch xmlns:a="http://schemas.openxmlformats.org/drawingml/2006/main"/>
        </p:blipFill>
        <p:spPr>
          <a:xfrm xmlns:a="http://schemas.openxmlformats.org/drawingml/2006/main">
            <a:off x="2138309" y="2143125"/>
            <a:ext cx="9439382" cy="4667250"/>
          </a:xfrm>
          <a:prstGeom xmlns:a="http://schemas.openxmlformats.org/drawingml/2006/main" prst="rect">
            <a:avLst/>
          </a:prstGeom>
        </p:spPr>
      </p:pic>
      <p:sp>
        <p:nvSpPr>
          <p:cNvPr id="6" name="admin-guide-text-21">
            <a:extLst xmlns:a="http://schemas.openxmlformats.org/drawingml/2006/main">
              <a:ext uri="{FF2B5EF4-FFF2-40B4-BE49-F238E27FC236}">
                <a16:creationId xmlns:a16="http://schemas.microsoft.com/office/drawing/2014/main" id="{9A2CCA9E-2CFF-471A-B305-4C3C80E3D164}"/>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심사국은 해당 관리 페이지의 심사국으로 고정됩니다.</a:t>
            </a:r>
          </a:p>
        </p:txBody>
      </p:sp>
    </p:spTree>
    <p:extLst>
      <p:ext uri="{BB962C8B-B14F-4D97-AF65-F5344CB8AC3E}">
        <p14:creationId xmlns:p14="http://schemas.microsoft.com/office/powerpoint/2010/main" val="16790821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22">
            <a:extLst xmlns:a="http://schemas.openxmlformats.org/drawingml/2006/main">
              <a:ext uri="{FF2B5EF4-FFF2-40B4-BE49-F238E27FC236}">
                <a16:creationId xmlns:a16="http://schemas.microsoft.com/office/drawing/2014/main" id="{02DF9EF1-6239-4B9D-9A17-769444768918}"/>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그룹 추가·이름 변경·삭제</a:t>
            </a:r>
          </a:p>
        </p:txBody>
      </p:sp>
      <p:sp>
        <p:nvSpPr>
          <p:cNvPr id="2" name="admin-guide-text-23">
            <a:extLst xmlns:a="http://schemas.openxmlformats.org/drawingml/2006/main">
              <a:ext uri="{FF2B5EF4-FFF2-40B4-BE49-F238E27FC236}">
                <a16:creationId xmlns:a16="http://schemas.microsoft.com/office/drawing/2014/main" id="{60B77791-21C6-4C9B-827A-F0BFB92A4EB6}"/>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심사관 관리의 그룹 영역에서 그룹을 추가하거나 이름을 바꿉니다.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그룹원은 각 심사관 정보의 소속 그룹에서 지정합니다.</a:t>
            </a:r>
          </a:p>
        </p:txBody>
      </p:sp>
      <p:sp>
        <p:nvSpPr>
          <p:cNvPr id="3" name="admin-guide-text-24">
            <a:extLst xmlns:a="http://schemas.openxmlformats.org/drawingml/2006/main">
              <a:ext uri="{FF2B5EF4-FFF2-40B4-BE49-F238E27FC236}">
                <a16:creationId xmlns:a16="http://schemas.microsoft.com/office/drawing/2014/main" id="{A4E34E3B-5DFA-490A-BF27-75B35E2E18DF}"/>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25">
            <a:extLst xmlns:a="http://schemas.openxmlformats.org/drawingml/2006/main">
              <a:ext uri="{FF2B5EF4-FFF2-40B4-BE49-F238E27FC236}">
                <a16:creationId xmlns:a16="http://schemas.microsoft.com/office/drawing/2014/main" id="{7A53E410-D48E-4686-8171-0DFF5A1B3896}"/>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06</a:t>
            </a:r>
          </a:p>
        </p:txBody>
      </p:sp>
      <p:pic>
        <p:nvPicPr>
          <p:cNvPr id="5" name="">
            <a:extLst xmlns:a="http://schemas.openxmlformats.org/drawingml/2006/main">
              <a:ext uri="{FF2B5EF4-FFF2-40B4-BE49-F238E27FC236}">
                <a16:creationId xmlns:a16="http://schemas.microsoft.com/office/drawing/2014/main" id="{FDE86FC6-2C81-49D5-8D2F-44C849A0490C}"/>
              </a:ext>
            </a:extLst>
          </p:cNvPr>
          <p:cNvPicPr>
            <a:picLocks xmlns:a="http://schemas.openxmlformats.org/drawingml/2006/main" noChangeAspect="1"/>
          </p:cNvPicPr>
          <p:nvPr/>
        </p:nvPicPr>
        <p:blipFill>
          <a:blip xmlns:r="http://schemas.openxmlformats.org/officeDocument/2006/relationships" xmlns:a="http://schemas.openxmlformats.org/drawingml/2006/main" r:embed="R7518f538b24847fe"/>
          <a:srcRect xmlns:a="http://schemas.openxmlformats.org/drawingml/2006/main" l="14453" t="33599" r="14453" b="33687"/>
          <a:stretch xmlns:a="http://schemas.openxmlformats.org/drawingml/2006/main"/>
        </p:blipFill>
        <p:spPr>
          <a:xfrm xmlns:a="http://schemas.openxmlformats.org/drawingml/2006/main">
            <a:off x="1118544" y="2143125"/>
            <a:ext cx="11478912" cy="4667250"/>
          </a:xfrm>
          <a:prstGeom xmlns:a="http://schemas.openxmlformats.org/drawingml/2006/main" prst="rect">
            <a:avLst/>
          </a:prstGeom>
        </p:spPr>
      </p:pic>
      <p:sp>
        <p:nvSpPr>
          <p:cNvPr id="6" name="admin-guide-text-26">
            <a:extLst xmlns:a="http://schemas.openxmlformats.org/drawingml/2006/main">
              <a:ext uri="{FF2B5EF4-FFF2-40B4-BE49-F238E27FC236}">
                <a16:creationId xmlns:a16="http://schemas.microsoft.com/office/drawing/2014/main" id="{DCAABF55-B2D3-47C8-8D84-316CABA52502}"/>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그룹 삭제 후 그룹원은 미배정이 되며, 기존 확정 출원·결과·평가는 유지합니다.</a:t>
            </a:r>
          </a:p>
        </p:txBody>
      </p:sp>
    </p:spTree>
    <p:extLst>
      <p:ext uri="{BB962C8B-B14F-4D97-AF65-F5344CB8AC3E}">
        <p14:creationId xmlns:p14="http://schemas.microsoft.com/office/powerpoint/2010/main" val="1121608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27">
            <a:extLst xmlns:a="http://schemas.openxmlformats.org/drawingml/2006/main">
              <a:ext uri="{FF2B5EF4-FFF2-40B4-BE49-F238E27FC236}">
                <a16:creationId xmlns:a16="http://schemas.microsoft.com/office/drawing/2014/main" id="{60A5D3D9-8D49-4DB1-B083-204FC46AA25E}"/>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그룹별 AI 담당자 배정</a:t>
            </a:r>
          </a:p>
        </p:txBody>
      </p:sp>
      <p:sp>
        <p:nvSpPr>
          <p:cNvPr id="2" name="admin-guide-text-28">
            <a:extLst xmlns:a="http://schemas.openxmlformats.org/drawingml/2006/main">
              <a:ext uri="{FF2B5EF4-FFF2-40B4-BE49-F238E27FC236}">
                <a16:creationId xmlns:a16="http://schemas.microsoft.com/office/drawing/2014/main" id="{7A04A5CC-FEC5-4960-AAAD-848BB0A07F42}"/>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AI 담당자 권한을 선택한 뒤 담당 AI 표에서 맡을 업무를 체크합니다.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그룹과 AI의 조합마다 담당자는 한 명이며, 월별로 다시 배정하지 않습니다.</a:t>
            </a:r>
          </a:p>
        </p:txBody>
      </p:sp>
      <p:sp>
        <p:nvSpPr>
          <p:cNvPr id="3" name="admin-guide-text-29">
            <a:extLst xmlns:a="http://schemas.openxmlformats.org/drawingml/2006/main">
              <a:ext uri="{FF2B5EF4-FFF2-40B4-BE49-F238E27FC236}">
                <a16:creationId xmlns:a16="http://schemas.microsoft.com/office/drawing/2014/main" id="{FEA8F30E-53BB-4A33-ACE9-D671953A08D1}"/>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30">
            <a:extLst xmlns:a="http://schemas.openxmlformats.org/drawingml/2006/main">
              <a:ext uri="{FF2B5EF4-FFF2-40B4-BE49-F238E27FC236}">
                <a16:creationId xmlns:a16="http://schemas.microsoft.com/office/drawing/2014/main" id="{57DAA117-E02F-4739-8A96-294882A3338A}"/>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07</a:t>
            </a:r>
          </a:p>
        </p:txBody>
      </p:sp>
      <p:pic>
        <p:nvPicPr>
          <p:cNvPr id="5" name="">
            <a:extLst xmlns:a="http://schemas.openxmlformats.org/drawingml/2006/main">
              <a:ext uri="{FF2B5EF4-FFF2-40B4-BE49-F238E27FC236}">
                <a16:creationId xmlns:a16="http://schemas.microsoft.com/office/drawing/2014/main" id="{9BE6403D-0F4C-43F0-A74D-5708BDD3B66B}"/>
              </a:ext>
            </a:extLst>
          </p:cNvPr>
          <p:cNvPicPr>
            <a:picLocks xmlns:a="http://schemas.openxmlformats.org/drawingml/2006/main" noChangeAspect="1"/>
          </p:cNvPicPr>
          <p:nvPr/>
        </p:nvPicPr>
        <p:blipFill>
          <a:blip xmlns:r="http://schemas.openxmlformats.org/officeDocument/2006/relationships" xmlns:a="http://schemas.openxmlformats.org/drawingml/2006/main" r:embed="R2159f1e8067f42e2"/>
          <a:srcRect xmlns:a="http://schemas.openxmlformats.org/drawingml/2006/main" l="15234" t="46528" r="14844" b="2778"/>
          <a:stretch xmlns:a="http://schemas.openxmlformats.org/drawingml/2006/main"/>
        </p:blipFill>
        <p:spPr>
          <a:xfrm xmlns:a="http://schemas.openxmlformats.org/drawingml/2006/main">
            <a:off x="1135824" y="2143125"/>
            <a:ext cx="11444353" cy="4667250"/>
          </a:xfrm>
          <a:prstGeom xmlns:a="http://schemas.openxmlformats.org/drawingml/2006/main" prst="rect">
            <a:avLst/>
          </a:prstGeom>
        </p:spPr>
      </p:pic>
      <p:sp>
        <p:nvSpPr>
          <p:cNvPr id="6" name="admin-guide-text-31">
            <a:extLst xmlns:a="http://schemas.openxmlformats.org/drawingml/2006/main">
              <a:ext uri="{FF2B5EF4-FFF2-40B4-BE49-F238E27FC236}">
                <a16:creationId xmlns:a16="http://schemas.microsoft.com/office/drawing/2014/main" id="{9B3DEF1B-0FD3-4D63-8B03-39A3D307AAD4}"/>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AI 담당자의 소속 그룹과 실제 맡을 AI 업무를 함께 확인합니다.</a:t>
            </a:r>
          </a:p>
        </p:txBody>
      </p:sp>
    </p:spTree>
    <p:extLst>
      <p:ext uri="{BB962C8B-B14F-4D97-AF65-F5344CB8AC3E}">
        <p14:creationId xmlns:p14="http://schemas.microsoft.com/office/powerpoint/2010/main" val="14896797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dmin-guide-text-32">
            <a:extLst xmlns:a="http://schemas.openxmlformats.org/drawingml/2006/main">
              <a:ext uri="{FF2B5EF4-FFF2-40B4-BE49-F238E27FC236}">
                <a16:creationId xmlns:a16="http://schemas.microsoft.com/office/drawing/2014/main" id="{20CECF33-67C1-4B1A-832F-86F5733F4B45}"/>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AI 종류의 이름과 활성 상태</a:t>
            </a:r>
          </a:p>
        </p:txBody>
      </p:sp>
      <p:sp>
        <p:nvSpPr>
          <p:cNvPr id="2" name="admin-guide-text-33">
            <a:extLst xmlns:a="http://schemas.openxmlformats.org/drawingml/2006/main">
              <a:ext uri="{FF2B5EF4-FFF2-40B4-BE49-F238E27FC236}">
                <a16:creationId xmlns:a16="http://schemas.microsoft.com/office/drawing/2014/main" id="{90677B85-1C23-4BF5-BC55-D73F28FA6772}"/>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AI 종류 추가 또는 등록된 AI를 선택해 이름과 활성 상태를 설정합니다.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추가한 AI는 심사관 관리에서 그룹별 담당자를 배정합니다.</a:t>
            </a:r>
          </a:p>
        </p:txBody>
      </p:sp>
      <p:sp>
        <p:nvSpPr>
          <p:cNvPr id="3" name="admin-guide-text-34">
            <a:extLst xmlns:a="http://schemas.openxmlformats.org/drawingml/2006/main">
              <a:ext uri="{FF2B5EF4-FFF2-40B4-BE49-F238E27FC236}">
                <a16:creationId xmlns:a16="http://schemas.microsoft.com/office/drawing/2014/main" id="{9C2FBA29-6529-4B54-BAB8-9CB67A97953C}"/>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35">
            <a:extLst xmlns:a="http://schemas.openxmlformats.org/drawingml/2006/main">
              <a:ext uri="{FF2B5EF4-FFF2-40B4-BE49-F238E27FC236}">
                <a16:creationId xmlns:a16="http://schemas.microsoft.com/office/drawing/2014/main" id="{D4CC3534-7A9B-40E4-BA4E-F2201FD7D426}"/>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08</a:t>
            </a:r>
          </a:p>
        </p:txBody>
      </p:sp>
      <p:pic>
        <p:nvPicPr>
          <p:cNvPr id="5" name="">
            <a:extLst xmlns:a="http://schemas.openxmlformats.org/drawingml/2006/main">
              <a:ext uri="{FF2B5EF4-FFF2-40B4-BE49-F238E27FC236}">
                <a16:creationId xmlns:a16="http://schemas.microsoft.com/office/drawing/2014/main" id="{67DF884C-95F1-4268-851E-41D94985DD74}"/>
              </a:ext>
            </a:extLst>
          </p:cNvPr>
          <p:cNvPicPr>
            <a:picLocks xmlns:a="http://schemas.openxmlformats.org/drawingml/2006/main" noChangeAspect="1"/>
          </p:cNvPicPr>
          <p:nvPr/>
        </p:nvPicPr>
        <p:blipFill>
          <a:blip xmlns:r="http://schemas.openxmlformats.org/officeDocument/2006/relationships" xmlns:a="http://schemas.openxmlformats.org/drawingml/2006/main" r:embed="R260edb569f10471a"/>
          <a:srcRect xmlns:a="http://schemas.openxmlformats.org/drawingml/2006/main" l="24609" t="22917" r="51563" b="53472"/>
          <a:stretch xmlns:a="http://schemas.openxmlformats.org/drawingml/2006/main"/>
        </p:blipFill>
        <p:spPr>
          <a:xfrm xmlns:a="http://schemas.openxmlformats.org/drawingml/2006/main">
            <a:off x="571500" y="2693545"/>
            <a:ext cx="5715000" cy="318541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C575488-58C3-414C-90E3-9C915679365D}"/>
              </a:ext>
            </a:extLst>
          </p:cNvPr>
          <p:cNvPicPr>
            <a:picLocks xmlns:a="http://schemas.openxmlformats.org/drawingml/2006/main" noChangeAspect="1"/>
          </p:cNvPicPr>
          <p:nvPr/>
        </p:nvPicPr>
        <p:blipFill>
          <a:blip xmlns:r="http://schemas.openxmlformats.org/officeDocument/2006/relationships" xmlns:a="http://schemas.openxmlformats.org/drawingml/2006/main" r:embed="Rcad5d64d54184566"/>
          <a:srcRect xmlns:a="http://schemas.openxmlformats.org/drawingml/2006/main" l="26406" t="20139" r="26328" b="20139"/>
          <a:stretch xmlns:a="http://schemas.openxmlformats.org/drawingml/2006/main"/>
        </p:blipFill>
        <p:spPr>
          <a:xfrm xmlns:a="http://schemas.openxmlformats.org/drawingml/2006/main">
            <a:off x="7143750" y="2344252"/>
            <a:ext cx="6000750" cy="4264996"/>
          </a:xfrm>
          <a:prstGeom xmlns:a="http://schemas.openxmlformats.org/drawingml/2006/main" prst="rect">
            <a:avLst/>
          </a:prstGeom>
        </p:spPr>
      </p:pic>
      <p:sp>
        <p:nvSpPr>
          <p:cNvPr id="7" name="admin-guide-text-36">
            <a:extLst xmlns:a="http://schemas.openxmlformats.org/drawingml/2006/main">
              <a:ext uri="{FF2B5EF4-FFF2-40B4-BE49-F238E27FC236}">
                <a16:creationId xmlns:a16="http://schemas.microsoft.com/office/drawing/2014/main" id="{3194247A-FD9E-426A-99F0-E19078A34FBA}"/>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삭제한 AI는 새 업무에 배정할 수 없으며, 기존 결과·평가는 유지합니다.</a:t>
            </a:r>
          </a:p>
        </p:txBody>
      </p:sp>
    </p:spTree>
    <p:extLst>
      <p:ext uri="{BB962C8B-B14F-4D97-AF65-F5344CB8AC3E}">
        <p14:creationId xmlns:p14="http://schemas.microsoft.com/office/powerpoint/2010/main" val="1519028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37">
            <a:extLst xmlns:a="http://schemas.openxmlformats.org/drawingml/2006/main">
              <a:ext uri="{FF2B5EF4-FFF2-40B4-BE49-F238E27FC236}">
                <a16:creationId xmlns:a16="http://schemas.microsoft.com/office/drawing/2014/main" id="{56CE52A0-7439-492E-9BF8-742B842D8D5A}"/>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월별 단계 상태 설정</a:t>
            </a:r>
          </a:p>
        </p:txBody>
      </p:sp>
      <p:sp>
        <p:nvSpPr>
          <p:cNvPr id="2" name="admin-guide-text-38">
            <a:extLst xmlns:a="http://schemas.openxmlformats.org/drawingml/2006/main">
              <a:ext uri="{FF2B5EF4-FFF2-40B4-BE49-F238E27FC236}">
                <a16:creationId xmlns:a16="http://schemas.microsoft.com/office/drawing/2014/main" id="{00EA1378-9458-483F-8BF5-F1C343C732A0}"/>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각 운영월의 대상 건 선정·AI 검색 결과 입력·평가 상태를 설정합니다.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시작 전·진행·중지·마감 중 선택하면 바로 저장합니다.</a:t>
            </a:r>
          </a:p>
        </p:txBody>
      </p:sp>
      <p:sp>
        <p:nvSpPr>
          <p:cNvPr id="3" name="admin-guide-text-39">
            <a:extLst xmlns:a="http://schemas.openxmlformats.org/drawingml/2006/main">
              <a:ext uri="{FF2B5EF4-FFF2-40B4-BE49-F238E27FC236}">
                <a16:creationId xmlns:a16="http://schemas.microsoft.com/office/drawing/2014/main" id="{B89DDCBD-DF31-4928-908C-A7F195A94DE8}"/>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40">
            <a:extLst xmlns:a="http://schemas.openxmlformats.org/drawingml/2006/main">
              <a:ext uri="{FF2B5EF4-FFF2-40B4-BE49-F238E27FC236}">
                <a16:creationId xmlns:a16="http://schemas.microsoft.com/office/drawing/2014/main" id="{A0B6C49F-5BF4-4DEA-9016-1AE1B9C213E6}"/>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09</a:t>
            </a:r>
          </a:p>
        </p:txBody>
      </p:sp>
      <p:pic>
        <p:nvPicPr>
          <p:cNvPr id="5" name="">
            <a:extLst xmlns:a="http://schemas.openxmlformats.org/drawingml/2006/main">
              <a:ext uri="{FF2B5EF4-FFF2-40B4-BE49-F238E27FC236}">
                <a16:creationId xmlns:a16="http://schemas.microsoft.com/office/drawing/2014/main" id="{93C19350-3123-4609-ADBC-CE54AF1810C8}"/>
              </a:ext>
            </a:extLst>
          </p:cNvPr>
          <p:cNvPicPr>
            <a:picLocks xmlns:a="http://schemas.openxmlformats.org/drawingml/2006/main" noChangeAspect="1"/>
          </p:cNvPicPr>
          <p:nvPr/>
        </p:nvPicPr>
        <p:blipFill>
          <a:blip xmlns:r="http://schemas.openxmlformats.org/officeDocument/2006/relationships" xmlns:a="http://schemas.openxmlformats.org/drawingml/2006/main" r:embed="Rd799e332b9a24fbf"/>
          <a:srcRect xmlns:a="http://schemas.openxmlformats.org/drawingml/2006/main" l="24219" t="13889" r="1563" b="36111"/>
          <a:stretch xmlns:a="http://schemas.openxmlformats.org/drawingml/2006/main"/>
        </p:blipFill>
        <p:spPr>
          <a:xfrm xmlns:a="http://schemas.openxmlformats.org/drawingml/2006/main">
            <a:off x="699823" y="2143125"/>
            <a:ext cx="12316354" cy="4667250"/>
          </a:xfrm>
          <a:prstGeom xmlns:a="http://schemas.openxmlformats.org/drawingml/2006/main" prst="rect">
            <a:avLst/>
          </a:prstGeom>
        </p:spPr>
      </p:pic>
      <p:sp>
        <p:nvSpPr>
          <p:cNvPr id="6" name="admin-guide-text-41">
            <a:extLst xmlns:a="http://schemas.openxmlformats.org/drawingml/2006/main">
              <a:ext uri="{FF2B5EF4-FFF2-40B4-BE49-F238E27FC236}">
                <a16:creationId xmlns:a16="http://schemas.microsoft.com/office/drawing/2014/main" id="{3869CF3E-7F46-43AB-BF8A-98A7209A1040}"/>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입력·제출을 허용할 단계만 진행으로 설정합니다.</a:t>
            </a:r>
          </a:p>
        </p:txBody>
      </p:sp>
    </p:spTree>
    <p:extLst>
      <p:ext uri="{BB962C8B-B14F-4D97-AF65-F5344CB8AC3E}">
        <p14:creationId xmlns:p14="http://schemas.microsoft.com/office/powerpoint/2010/main" val="7445901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42">
            <a:extLst xmlns:a="http://schemas.openxmlformats.org/drawingml/2006/main">
              <a:ext uri="{FF2B5EF4-FFF2-40B4-BE49-F238E27FC236}">
                <a16:creationId xmlns:a16="http://schemas.microsoft.com/office/drawing/2014/main" id="{0EC74163-12E5-40DA-82DC-E589A877C09A}"/>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월별 예정 기한 설정</a:t>
            </a:r>
          </a:p>
        </p:txBody>
      </p:sp>
      <p:sp>
        <p:nvSpPr>
          <p:cNvPr id="2" name="admin-guide-text-43">
            <a:extLst xmlns:a="http://schemas.openxmlformats.org/drawingml/2006/main">
              <a:ext uri="{FF2B5EF4-FFF2-40B4-BE49-F238E27FC236}">
                <a16:creationId xmlns:a16="http://schemas.microsoft.com/office/drawing/2014/main" id="{4B82B0F7-E8DF-42BC-8316-A35D6269FBE3}"/>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운영월 이름을 누르면 세 단계의 기한 설정 창이 열립니다.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날짜를 변경하면 바로 저장하며, 기한이 지나도 자동 마감하지 않습니다.</a:t>
            </a:r>
          </a:p>
        </p:txBody>
      </p:sp>
      <p:sp>
        <p:nvSpPr>
          <p:cNvPr id="3" name="admin-guide-text-44">
            <a:extLst xmlns:a="http://schemas.openxmlformats.org/drawingml/2006/main">
              <a:ext uri="{FF2B5EF4-FFF2-40B4-BE49-F238E27FC236}">
                <a16:creationId xmlns:a16="http://schemas.microsoft.com/office/drawing/2014/main" id="{E25825FB-0399-460E-8094-092C4FF3EA15}"/>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45">
            <a:extLst xmlns:a="http://schemas.openxmlformats.org/drawingml/2006/main">
              <a:ext uri="{FF2B5EF4-FFF2-40B4-BE49-F238E27FC236}">
                <a16:creationId xmlns:a16="http://schemas.microsoft.com/office/drawing/2014/main" id="{6F176FBA-1107-44F9-8E6A-FADF9EFC7278}"/>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10</a:t>
            </a:r>
          </a:p>
        </p:txBody>
      </p:sp>
      <p:pic>
        <p:nvPicPr>
          <p:cNvPr id="5" name="">
            <a:extLst xmlns:a="http://schemas.openxmlformats.org/drawingml/2006/main">
              <a:ext uri="{FF2B5EF4-FFF2-40B4-BE49-F238E27FC236}">
                <a16:creationId xmlns:a16="http://schemas.microsoft.com/office/drawing/2014/main" id="{3B039B20-58DC-442D-88C0-44BC278B5DD0}"/>
              </a:ext>
            </a:extLst>
          </p:cNvPr>
          <p:cNvPicPr>
            <a:picLocks xmlns:a="http://schemas.openxmlformats.org/drawingml/2006/main" noChangeAspect="1"/>
          </p:cNvPicPr>
          <p:nvPr/>
        </p:nvPicPr>
        <p:blipFill>
          <a:blip xmlns:r="http://schemas.openxmlformats.org/officeDocument/2006/relationships" xmlns:a="http://schemas.openxmlformats.org/drawingml/2006/main" r:embed="R554a40ac3b9a496f"/>
          <a:srcRect xmlns:a="http://schemas.openxmlformats.org/drawingml/2006/main" l="14688" t="30139" r="14609" b="30000"/>
          <a:stretch xmlns:a="http://schemas.openxmlformats.org/drawingml/2006/main"/>
        </p:blipFill>
        <p:spPr>
          <a:xfrm xmlns:a="http://schemas.openxmlformats.org/drawingml/2006/main">
            <a:off x="571500" y="2483131"/>
            <a:ext cx="12573000" cy="3987239"/>
          </a:xfrm>
          <a:prstGeom xmlns:a="http://schemas.openxmlformats.org/drawingml/2006/main" prst="rect">
            <a:avLst/>
          </a:prstGeom>
        </p:spPr>
      </p:pic>
      <p:sp>
        <p:nvSpPr>
          <p:cNvPr id="6" name="admin-guide-text-46">
            <a:extLst xmlns:a="http://schemas.openxmlformats.org/drawingml/2006/main">
              <a:ext uri="{FF2B5EF4-FFF2-40B4-BE49-F238E27FC236}">
                <a16:creationId xmlns:a16="http://schemas.microsoft.com/office/drawing/2014/main" id="{DA661211-8120-4FDE-A29A-8E9ABCF5E5D1}"/>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기한은 일정 안내이며, 입력 가능 여부는 단계의 진행 상태를 따릅니다.</a:t>
            </a:r>
          </a:p>
        </p:txBody>
      </p:sp>
    </p:spTree>
    <p:extLst>
      <p:ext uri="{BB962C8B-B14F-4D97-AF65-F5344CB8AC3E}">
        <p14:creationId xmlns:p14="http://schemas.microsoft.com/office/powerpoint/2010/main" val="7357615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dmin-guide-text-47">
            <a:extLst xmlns:a="http://schemas.openxmlformats.org/drawingml/2006/main">
              <a:ext uri="{FF2B5EF4-FFF2-40B4-BE49-F238E27FC236}">
                <a16:creationId xmlns:a16="http://schemas.microsoft.com/office/drawing/2014/main" id="{0E062F96-EA28-4CBC-8E4C-686C5DDC4CE5}"/>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대상 출원 등록과 선정 취소</a:t>
            </a:r>
          </a:p>
        </p:txBody>
      </p:sp>
      <p:sp>
        <p:nvSpPr>
          <p:cNvPr id="2" name="admin-guide-text-48">
            <a:extLst xmlns:a="http://schemas.openxmlformats.org/drawingml/2006/main">
              <a:ext uri="{FF2B5EF4-FFF2-40B4-BE49-F238E27FC236}">
                <a16:creationId xmlns:a16="http://schemas.microsoft.com/office/drawing/2014/main" id="{B5A70953-38A8-465B-98B6-1C9BF1517266}"/>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대상 출원에서 담당 심사관·출원번호·CPC·보고서 유무를 등록합니다.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기존 출원은 선택한 뒤 선정 취소로 업무·평가 집계에서 제외할 수 있습니다.</a:t>
            </a:r>
          </a:p>
        </p:txBody>
      </p:sp>
      <p:sp>
        <p:nvSpPr>
          <p:cNvPr id="3" name="admin-guide-text-49">
            <a:extLst xmlns:a="http://schemas.openxmlformats.org/drawingml/2006/main">
              <a:ext uri="{FF2B5EF4-FFF2-40B4-BE49-F238E27FC236}">
                <a16:creationId xmlns:a16="http://schemas.microsoft.com/office/drawing/2014/main" id="{B044BC81-12C5-46FE-B426-64BC98969D56}"/>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50">
            <a:extLst xmlns:a="http://schemas.openxmlformats.org/drawingml/2006/main">
              <a:ext uri="{FF2B5EF4-FFF2-40B4-BE49-F238E27FC236}">
                <a16:creationId xmlns:a16="http://schemas.microsoft.com/office/drawing/2014/main" id="{3083982E-150D-415D-A470-C92F4449D58B}"/>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11</a:t>
            </a:r>
          </a:p>
        </p:txBody>
      </p:sp>
      <p:sp>
        <p:nvSpPr>
          <p:cNvPr id="5" name="admin-guide-text-51">
            <a:extLst xmlns:a="http://schemas.openxmlformats.org/drawingml/2006/main">
              <a:ext uri="{FF2B5EF4-FFF2-40B4-BE49-F238E27FC236}">
                <a16:creationId xmlns:a16="http://schemas.microsoft.com/office/drawing/2014/main" id="{B6E019A9-9CAF-47EF-8A30-3749C95FC017}"/>
              </a:ext>
            </a:extLst>
          </p:cNvPr>
          <p:cNvSpPr>
            <a:spLocks xmlns:a="http://schemas.openxmlformats.org/drawingml/2006/main" noGrp="1"/>
          </p:cNvSpPr>
          <p:nvPr/>
        </p:nvSpPr>
        <p:spPr>
          <a:xfrm xmlns:a="http://schemas.openxmlformats.org/drawingml/2006/main">
            <a:off x="571500" y="2105025"/>
            <a:ext cx="600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32F50"/>
                </a:solidFill>
                <a:latin typeface="Malgun Gothic"/>
                <a:ea typeface="Malgun Gothic"/>
                <a:cs typeface="Malgun Gothic"/>
              </a:defRPr>
            </a:defPPr>
            <a:lvl1pPr>
              <a:defRPr sz="1800" b="1">
                <a:solidFill>
                  <a:srgbClr val="132F50"/>
                </a:solidFill>
                <a:latin typeface="Malgun Gothic"/>
                <a:ea typeface="Malgun Gothic"/>
                <a:cs typeface="Malgun Gothic"/>
              </a:defRPr>
            </a:lvl1pPr>
            <a:lvl2pPr>
              <a:defRPr sz="1800" b="1">
                <a:solidFill>
                  <a:srgbClr val="132F50"/>
                </a:solidFill>
                <a:latin typeface="Malgun Gothic"/>
                <a:ea typeface="Malgun Gothic"/>
                <a:cs typeface="Malgun Gothic"/>
              </a:defRPr>
            </a:lvl2pPr>
            <a:lvl3pPr>
              <a:defRPr sz="1800" b="1">
                <a:solidFill>
                  <a:srgbClr val="132F50"/>
                </a:solidFill>
                <a:latin typeface="Malgun Gothic"/>
                <a:ea typeface="Malgun Gothic"/>
                <a:cs typeface="Malgun Gothic"/>
              </a:defRPr>
            </a:lvl3pPr>
            <a:lvl4pPr>
              <a:defRPr sz="1800" b="1">
                <a:solidFill>
                  <a:srgbClr val="132F50"/>
                </a:solidFill>
                <a:latin typeface="Malgun Gothic"/>
                <a:ea typeface="Malgun Gothic"/>
                <a:cs typeface="Malgun Gothic"/>
              </a:defRPr>
            </a:lvl4pPr>
            <a:lvl5pPr>
              <a:defRPr sz="1800" b="1">
                <a:solidFill>
                  <a:srgbClr val="132F50"/>
                </a:solidFill>
                <a:latin typeface="Malgun Gothic"/>
                <a:ea typeface="Malgun Gothic"/>
                <a:cs typeface="Malgun Gothic"/>
              </a:defRPr>
            </a:lvl5pPr>
            <a:lvl6pPr>
              <a:defRPr sz="1800" b="1">
                <a:solidFill>
                  <a:srgbClr val="132F50"/>
                </a:solidFill>
                <a:latin typeface="Malgun Gothic"/>
                <a:ea typeface="Malgun Gothic"/>
                <a:cs typeface="Malgun Gothic"/>
              </a:defRPr>
            </a:lvl6pPr>
            <a:lvl7pPr>
              <a:defRPr sz="1800" b="1">
                <a:solidFill>
                  <a:srgbClr val="132F50"/>
                </a:solidFill>
                <a:latin typeface="Malgun Gothic"/>
                <a:ea typeface="Malgun Gothic"/>
                <a:cs typeface="Malgun Gothic"/>
              </a:defRPr>
            </a:lvl7pPr>
            <a:lvl8pPr>
              <a:defRPr sz="1800" b="1">
                <a:solidFill>
                  <a:srgbClr val="132F50"/>
                </a:solidFill>
                <a:latin typeface="Malgun Gothic"/>
                <a:ea typeface="Malgun Gothic"/>
                <a:cs typeface="Malgun Gothic"/>
              </a:defRPr>
            </a:lvl8pPr>
            <a:lvl9pPr>
              <a:defRPr sz="1800" b="1">
                <a:solidFill>
                  <a:srgbClr val="132F50"/>
                </a:solidFill>
                <a:latin typeface="Malgun Gothic"/>
                <a:ea typeface="Malgun Gothic"/>
                <a:cs typeface="Malgun Gothic"/>
              </a:defRPr>
            </a:lvl9pPr>
          </a:lstStyle>
          <a:p xmlns:a="http://schemas.openxmlformats.org/drawingml/2006/main">
            <a:pPr>
              <a:defRPr sz="1800" b="1">
                <a:solidFill>
                  <a:srgbClr val="132F50"/>
                </a:solidFill>
                <a:latin typeface="Malgun Gothic"/>
                <a:ea typeface="Malgun Gothic"/>
                <a:cs typeface="Malgun Gothic"/>
              </a:defRPr>
            </a:pPr>
            <a:r>
              <a:rPr sz="1800" b="1">
                <a:solidFill>
                  <a:srgbClr val="132F50"/>
                </a:solidFill>
                <a:latin typeface="Malgun Gothic"/>
                <a:ea typeface="Malgun Gothic"/>
                <a:cs typeface="Malgun Gothic"/>
              </a:rPr>
              <a:t>등록 입력</a:t>
            </a:r>
          </a:p>
        </p:txBody>
      </p:sp>
      <p:sp>
        <p:nvSpPr>
          <p:cNvPr id="6" name="admin-guide-text-52">
            <a:extLst xmlns:a="http://schemas.openxmlformats.org/drawingml/2006/main">
              <a:ext uri="{FF2B5EF4-FFF2-40B4-BE49-F238E27FC236}">
                <a16:creationId xmlns:a16="http://schemas.microsoft.com/office/drawing/2014/main" id="{9B2B1DA4-8AF7-40CF-A5C9-62154047EBD0}"/>
              </a:ext>
            </a:extLst>
          </p:cNvPr>
          <p:cNvSpPr>
            <a:spLocks xmlns:a="http://schemas.openxmlformats.org/drawingml/2006/main" noGrp="1"/>
          </p:cNvSpPr>
          <p:nvPr/>
        </p:nvSpPr>
        <p:spPr>
          <a:xfrm xmlns:a="http://schemas.openxmlformats.org/drawingml/2006/main">
            <a:off x="7143750" y="2105025"/>
            <a:ext cx="600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32F50"/>
                </a:solidFill>
                <a:latin typeface="Malgun Gothic"/>
                <a:ea typeface="Malgun Gothic"/>
                <a:cs typeface="Malgun Gothic"/>
              </a:defRPr>
            </a:defPPr>
            <a:lvl1pPr>
              <a:defRPr sz="1800" b="1">
                <a:solidFill>
                  <a:srgbClr val="132F50"/>
                </a:solidFill>
                <a:latin typeface="Malgun Gothic"/>
                <a:ea typeface="Malgun Gothic"/>
                <a:cs typeface="Malgun Gothic"/>
              </a:defRPr>
            </a:lvl1pPr>
            <a:lvl2pPr>
              <a:defRPr sz="1800" b="1">
                <a:solidFill>
                  <a:srgbClr val="132F50"/>
                </a:solidFill>
                <a:latin typeface="Malgun Gothic"/>
                <a:ea typeface="Malgun Gothic"/>
                <a:cs typeface="Malgun Gothic"/>
              </a:defRPr>
            </a:lvl2pPr>
            <a:lvl3pPr>
              <a:defRPr sz="1800" b="1">
                <a:solidFill>
                  <a:srgbClr val="132F50"/>
                </a:solidFill>
                <a:latin typeface="Malgun Gothic"/>
                <a:ea typeface="Malgun Gothic"/>
                <a:cs typeface="Malgun Gothic"/>
              </a:defRPr>
            </a:lvl3pPr>
            <a:lvl4pPr>
              <a:defRPr sz="1800" b="1">
                <a:solidFill>
                  <a:srgbClr val="132F50"/>
                </a:solidFill>
                <a:latin typeface="Malgun Gothic"/>
                <a:ea typeface="Malgun Gothic"/>
                <a:cs typeface="Malgun Gothic"/>
              </a:defRPr>
            </a:lvl4pPr>
            <a:lvl5pPr>
              <a:defRPr sz="1800" b="1">
                <a:solidFill>
                  <a:srgbClr val="132F50"/>
                </a:solidFill>
                <a:latin typeface="Malgun Gothic"/>
                <a:ea typeface="Malgun Gothic"/>
                <a:cs typeface="Malgun Gothic"/>
              </a:defRPr>
            </a:lvl5pPr>
            <a:lvl6pPr>
              <a:defRPr sz="1800" b="1">
                <a:solidFill>
                  <a:srgbClr val="132F50"/>
                </a:solidFill>
                <a:latin typeface="Malgun Gothic"/>
                <a:ea typeface="Malgun Gothic"/>
                <a:cs typeface="Malgun Gothic"/>
              </a:defRPr>
            </a:lvl6pPr>
            <a:lvl7pPr>
              <a:defRPr sz="1800" b="1">
                <a:solidFill>
                  <a:srgbClr val="132F50"/>
                </a:solidFill>
                <a:latin typeface="Malgun Gothic"/>
                <a:ea typeface="Malgun Gothic"/>
                <a:cs typeface="Malgun Gothic"/>
              </a:defRPr>
            </a:lvl7pPr>
            <a:lvl8pPr>
              <a:defRPr sz="1800" b="1">
                <a:solidFill>
                  <a:srgbClr val="132F50"/>
                </a:solidFill>
                <a:latin typeface="Malgun Gothic"/>
                <a:ea typeface="Malgun Gothic"/>
                <a:cs typeface="Malgun Gothic"/>
              </a:defRPr>
            </a:lvl8pPr>
            <a:lvl9pPr>
              <a:defRPr sz="1800" b="1">
                <a:solidFill>
                  <a:srgbClr val="132F50"/>
                </a:solidFill>
                <a:latin typeface="Malgun Gothic"/>
                <a:ea typeface="Malgun Gothic"/>
                <a:cs typeface="Malgun Gothic"/>
              </a:defRPr>
            </a:lvl9pPr>
          </a:lstStyle>
          <a:p xmlns:a="http://schemas.openxmlformats.org/drawingml/2006/main">
            <a:pPr>
              <a:defRPr sz="1800" b="1">
                <a:solidFill>
                  <a:srgbClr val="132F50"/>
                </a:solidFill>
                <a:latin typeface="Malgun Gothic"/>
                <a:ea typeface="Malgun Gothic"/>
                <a:cs typeface="Malgun Gothic"/>
              </a:defRPr>
            </a:pPr>
            <a:r>
              <a:rPr sz="1800" b="1">
                <a:solidFill>
                  <a:srgbClr val="132F50"/>
                </a:solidFill>
                <a:latin typeface="Malgun Gothic"/>
                <a:ea typeface="Malgun Gothic"/>
                <a:cs typeface="Malgun Gothic"/>
              </a:rPr>
              <a:t>기존 출원 관리</a:t>
            </a:r>
          </a:p>
        </p:txBody>
      </p:sp>
      <p:pic>
        <p:nvPicPr>
          <p:cNvPr id="7" name="">
            <a:extLst xmlns:a="http://schemas.openxmlformats.org/drawingml/2006/main">
              <a:ext uri="{FF2B5EF4-FFF2-40B4-BE49-F238E27FC236}">
                <a16:creationId xmlns:a16="http://schemas.microsoft.com/office/drawing/2014/main" id="{AE1C71D1-72DE-48F0-804E-9410271E39D8}"/>
              </a:ext>
            </a:extLst>
          </p:cNvPr>
          <p:cNvPicPr>
            <a:picLocks xmlns:a="http://schemas.openxmlformats.org/drawingml/2006/main" noChangeAspect="1"/>
          </p:cNvPicPr>
          <p:nvPr/>
        </p:nvPicPr>
        <p:blipFill>
          <a:blip xmlns:r="http://schemas.openxmlformats.org/officeDocument/2006/relationships" xmlns:a="http://schemas.openxmlformats.org/drawingml/2006/main" r:embed="Rb60bb748a77b4193"/>
          <a:srcRect xmlns:a="http://schemas.openxmlformats.org/drawingml/2006/main" l="61313" t="44699" r="3481" b="5925"/>
          <a:stretch xmlns:a="http://schemas.openxmlformats.org/drawingml/2006/main"/>
        </p:blipFill>
        <p:spPr>
          <a:xfrm xmlns:a="http://schemas.openxmlformats.org/drawingml/2006/main">
            <a:off x="1631031" y="2524125"/>
            <a:ext cx="3881688" cy="41433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5930886-42B6-4CBB-BFCF-330AF5CA972F}"/>
              </a:ext>
            </a:extLst>
          </p:cNvPr>
          <p:cNvPicPr>
            <a:picLocks xmlns:a="http://schemas.openxmlformats.org/drawingml/2006/main" noChangeAspect="1"/>
          </p:cNvPicPr>
          <p:nvPr/>
        </p:nvPicPr>
        <p:blipFill>
          <a:blip xmlns:r="http://schemas.openxmlformats.org/officeDocument/2006/relationships" xmlns:a="http://schemas.openxmlformats.org/drawingml/2006/main" r:embed="R1b06479c02d44724"/>
          <a:srcRect xmlns:a="http://schemas.openxmlformats.org/drawingml/2006/main" l="61313" t="42601" r="3481" b="15919"/>
          <a:stretch xmlns:a="http://schemas.openxmlformats.org/drawingml/2006/main"/>
        </p:blipFill>
        <p:spPr>
          <a:xfrm xmlns:a="http://schemas.openxmlformats.org/drawingml/2006/main">
            <a:off x="7652501" y="2524125"/>
            <a:ext cx="4983248" cy="4143375"/>
          </a:xfrm>
          <a:prstGeom xmlns:a="http://schemas.openxmlformats.org/drawingml/2006/main" prst="rect">
            <a:avLst/>
          </a:prstGeom>
        </p:spPr>
      </p:pic>
      <p:sp>
        <p:nvSpPr>
          <p:cNvPr id="9" name="admin-guide-text-53">
            <a:extLst xmlns:a="http://schemas.openxmlformats.org/drawingml/2006/main">
              <a:ext uri="{FF2B5EF4-FFF2-40B4-BE49-F238E27FC236}">
                <a16:creationId xmlns:a16="http://schemas.microsoft.com/office/drawing/2014/main" id="{D197EE54-4356-4B0D-A309-5662D66632C2}"/>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선정 취소한 출원은 집계에서 제외하며, 기존 기록은 보존합니다.</a:t>
            </a:r>
          </a:p>
        </p:txBody>
      </p:sp>
    </p:spTree>
    <p:extLst>
      <p:ext uri="{BB962C8B-B14F-4D97-AF65-F5344CB8AC3E}">
        <p14:creationId xmlns:p14="http://schemas.microsoft.com/office/powerpoint/2010/main" val="9562074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54">
            <a:extLst xmlns:a="http://schemas.openxmlformats.org/drawingml/2006/main">
              <a:ext uri="{FF2B5EF4-FFF2-40B4-BE49-F238E27FC236}">
                <a16:creationId xmlns:a16="http://schemas.microsoft.com/office/drawing/2014/main" id="{8E8DEE1D-7343-48A8-98B5-3204E014A789}"/>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운영 현황과 엑셀 저장</a:t>
            </a:r>
          </a:p>
        </p:txBody>
      </p:sp>
      <p:sp>
        <p:nvSpPr>
          <p:cNvPr id="2" name="admin-guide-text-55">
            <a:extLst xmlns:a="http://schemas.openxmlformats.org/drawingml/2006/main">
              <a:ext uri="{FF2B5EF4-FFF2-40B4-BE49-F238E27FC236}">
                <a16:creationId xmlns:a16="http://schemas.microsoft.com/office/drawing/2014/main" id="{07B32EF2-B357-4DB2-82E6-700B477EB28B}"/>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운영월·그룹·담당 심사관을 골라 선정·AI 입력·평가 진행을 확인합니다.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현재 범위 엑셀 저장으로 조회한 범위의 자료를 내보냅니다.</a:t>
            </a:r>
          </a:p>
        </p:txBody>
      </p:sp>
      <p:sp>
        <p:nvSpPr>
          <p:cNvPr id="3" name="admin-guide-text-56">
            <a:extLst xmlns:a="http://schemas.openxmlformats.org/drawingml/2006/main">
              <a:ext uri="{FF2B5EF4-FFF2-40B4-BE49-F238E27FC236}">
                <a16:creationId xmlns:a16="http://schemas.microsoft.com/office/drawing/2014/main" id="{BC58579D-0588-4274-9086-1E5C999BD95B}"/>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57">
            <a:extLst xmlns:a="http://schemas.openxmlformats.org/drawingml/2006/main">
              <a:ext uri="{FF2B5EF4-FFF2-40B4-BE49-F238E27FC236}">
                <a16:creationId xmlns:a16="http://schemas.microsoft.com/office/drawing/2014/main" id="{AC8CCC28-D878-4003-96C3-09034115D0FB}"/>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12</a:t>
            </a:r>
          </a:p>
        </p:txBody>
      </p:sp>
      <p:pic>
        <p:nvPicPr>
          <p:cNvPr id="5" name="">
            <a:extLst xmlns:a="http://schemas.openxmlformats.org/drawingml/2006/main">
              <a:ext uri="{FF2B5EF4-FFF2-40B4-BE49-F238E27FC236}">
                <a16:creationId xmlns:a16="http://schemas.microsoft.com/office/drawing/2014/main" id="{9448219C-97AC-4459-B87E-BF18819EAEE8}"/>
              </a:ext>
            </a:extLst>
          </p:cNvPr>
          <p:cNvPicPr>
            <a:picLocks xmlns:a="http://schemas.openxmlformats.org/drawingml/2006/main" noChangeAspect="1"/>
          </p:cNvPicPr>
          <p:nvPr/>
        </p:nvPicPr>
        <p:blipFill>
          <a:blip xmlns:r="http://schemas.openxmlformats.org/officeDocument/2006/relationships" xmlns:a="http://schemas.openxmlformats.org/drawingml/2006/main" r:embed="Rb2eb0760eb44420e"/>
          <a:srcRect xmlns:a="http://schemas.openxmlformats.org/drawingml/2006/main" l="24525" t="1247" r="1899" b="66022"/>
          <a:stretch xmlns:a="http://schemas.openxmlformats.org/drawingml/2006/main"/>
        </p:blipFill>
        <p:spPr>
          <a:xfrm xmlns:a="http://schemas.openxmlformats.org/drawingml/2006/main">
            <a:off x="2724150" y="2143125"/>
            <a:ext cx="8267700" cy="4667250"/>
          </a:xfrm>
          <a:prstGeom xmlns:a="http://schemas.openxmlformats.org/drawingml/2006/main" prst="rect">
            <a:avLst/>
          </a:prstGeom>
        </p:spPr>
      </p:pic>
      <p:sp>
        <p:nvSpPr>
          <p:cNvPr id="6" name="admin-guide-text-58">
            <a:extLst xmlns:a="http://schemas.openxmlformats.org/drawingml/2006/main">
              <a:ext uri="{FF2B5EF4-FFF2-40B4-BE49-F238E27FC236}">
                <a16:creationId xmlns:a16="http://schemas.microsoft.com/office/drawing/2014/main" id="{EEF5DCCE-59CC-48DD-A618-0E1003127CFD}"/>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표시된 수치는 사용법 설명용 예시입니다.</a:t>
            </a:r>
          </a:p>
        </p:txBody>
      </p:sp>
    </p:spTree>
    <p:extLst>
      <p:ext uri="{BB962C8B-B14F-4D97-AF65-F5344CB8AC3E}">
        <p14:creationId xmlns:p14="http://schemas.microsoft.com/office/powerpoint/2010/main" val="15063888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59">
            <a:extLst xmlns:a="http://schemas.openxmlformats.org/drawingml/2006/main">
              <a:ext uri="{FF2B5EF4-FFF2-40B4-BE49-F238E27FC236}">
                <a16:creationId xmlns:a16="http://schemas.microsoft.com/office/drawing/2014/main" id="{CE6EA8CB-D18C-4C89-88E8-908E72890683}"/>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월 전체 마감과 재개방</a:t>
            </a:r>
          </a:p>
        </p:txBody>
      </p:sp>
      <p:sp>
        <p:nvSpPr>
          <p:cNvPr id="2" name="admin-guide-text-60">
            <a:extLst xmlns:a="http://schemas.openxmlformats.org/drawingml/2006/main">
              <a:ext uri="{FF2B5EF4-FFF2-40B4-BE49-F238E27FC236}">
                <a16:creationId xmlns:a16="http://schemas.microsoft.com/office/drawing/2014/main" id="{D6D82373-9A17-43F9-9E41-D22A3D7A69C6}"/>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월 운영 마감은 선택한 월의 선정·AI 입력·평가를 모두 중단합니다.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운영 재개방 후에는 각 단계의 기존 상태를 따릅니다.</a:t>
            </a:r>
          </a:p>
        </p:txBody>
      </p:sp>
      <p:sp>
        <p:nvSpPr>
          <p:cNvPr id="3" name="admin-guide-text-61">
            <a:extLst xmlns:a="http://schemas.openxmlformats.org/drawingml/2006/main">
              <a:ext uri="{FF2B5EF4-FFF2-40B4-BE49-F238E27FC236}">
                <a16:creationId xmlns:a16="http://schemas.microsoft.com/office/drawing/2014/main" id="{725CFBF4-A915-4545-8CE9-B13196FEB5BC}"/>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62">
            <a:extLst xmlns:a="http://schemas.openxmlformats.org/drawingml/2006/main">
              <a:ext uri="{FF2B5EF4-FFF2-40B4-BE49-F238E27FC236}">
                <a16:creationId xmlns:a16="http://schemas.microsoft.com/office/drawing/2014/main" id="{9383D4AB-E1A2-4C2F-84CF-867450F5E7AF}"/>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13</a:t>
            </a:r>
          </a:p>
        </p:txBody>
      </p:sp>
      <p:pic>
        <p:nvPicPr>
          <p:cNvPr id="5" name="">
            <a:extLst xmlns:a="http://schemas.openxmlformats.org/drawingml/2006/main">
              <a:ext uri="{FF2B5EF4-FFF2-40B4-BE49-F238E27FC236}">
                <a16:creationId xmlns:a16="http://schemas.microsoft.com/office/drawing/2014/main" id="{F4BE76EC-9790-459A-9E7D-7316C52FB55C}"/>
              </a:ext>
            </a:extLst>
          </p:cNvPr>
          <p:cNvPicPr>
            <a:picLocks xmlns:a="http://schemas.openxmlformats.org/drawingml/2006/main" noChangeAspect="1"/>
          </p:cNvPicPr>
          <p:nvPr/>
        </p:nvPicPr>
        <p:blipFill>
          <a:blip xmlns:r="http://schemas.openxmlformats.org/officeDocument/2006/relationships" xmlns:a="http://schemas.openxmlformats.org/drawingml/2006/main" r:embed="Rd01db4054b1c4c85"/>
          <a:srcRect xmlns:a="http://schemas.openxmlformats.org/drawingml/2006/main" l="24525" t="1154" r="1899" b="82112"/>
          <a:stretch xmlns:a="http://schemas.openxmlformats.org/drawingml/2006/main"/>
        </p:blipFill>
        <p:spPr>
          <a:xfrm xmlns:a="http://schemas.openxmlformats.org/drawingml/2006/main">
            <a:off x="571500" y="2516444"/>
            <a:ext cx="12573000" cy="3920613"/>
          </a:xfrm>
          <a:prstGeom xmlns:a="http://schemas.openxmlformats.org/drawingml/2006/main" prst="rect">
            <a:avLst/>
          </a:prstGeom>
        </p:spPr>
      </p:pic>
      <p:sp>
        <p:nvSpPr>
          <p:cNvPr id="6" name="admin-guide-text-63">
            <a:extLst xmlns:a="http://schemas.openxmlformats.org/drawingml/2006/main">
              <a:ext uri="{FF2B5EF4-FFF2-40B4-BE49-F238E27FC236}">
                <a16:creationId xmlns:a16="http://schemas.microsoft.com/office/drawing/2014/main" id="{63B49A0B-EA74-4810-BBDB-FD835A36F0F4}"/>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월을 다시 열어도 중지·마감한 단계는 해당 상태를 유지합니다.</a:t>
            </a:r>
          </a:p>
        </p:txBody>
      </p:sp>
    </p:spTree>
    <p:extLst>
      <p:ext uri="{BB962C8B-B14F-4D97-AF65-F5344CB8AC3E}">
        <p14:creationId xmlns:p14="http://schemas.microsoft.com/office/powerpoint/2010/main" val="21257534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64">
            <a:extLst xmlns:a="http://schemas.openxmlformats.org/drawingml/2006/main">
              <a:ext uri="{FF2B5EF4-FFF2-40B4-BE49-F238E27FC236}">
                <a16:creationId xmlns:a16="http://schemas.microsoft.com/office/drawing/2014/main" id="{578EE5E8-3F24-4C01-B3F1-64558552185F}"/>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공지 작성·미리보기·게시</a:t>
            </a:r>
          </a:p>
        </p:txBody>
      </p:sp>
      <p:sp>
        <p:nvSpPr>
          <p:cNvPr id="2" name="admin-guide-text-65">
            <a:extLst xmlns:a="http://schemas.openxmlformats.org/drawingml/2006/main">
              <a:ext uri="{FF2B5EF4-FFF2-40B4-BE49-F238E27FC236}">
                <a16:creationId xmlns:a16="http://schemas.microsoft.com/office/drawing/2014/main" id="{FFFD0B64-8A01-4B98-A4B1-03A86955CA86}"/>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공지 내용을 마크다운으로 작성하고 미리보기를 확인합니다.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공지사항 저장을 눌러 해당 심사국에 게시합니다.</a:t>
            </a:r>
          </a:p>
        </p:txBody>
      </p:sp>
      <p:sp>
        <p:nvSpPr>
          <p:cNvPr id="3" name="admin-guide-text-66">
            <a:extLst xmlns:a="http://schemas.openxmlformats.org/drawingml/2006/main">
              <a:ext uri="{FF2B5EF4-FFF2-40B4-BE49-F238E27FC236}">
                <a16:creationId xmlns:a16="http://schemas.microsoft.com/office/drawing/2014/main" id="{6E970971-E717-46AB-9991-E84D690F3DCF}"/>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67">
            <a:extLst xmlns:a="http://schemas.openxmlformats.org/drawingml/2006/main">
              <a:ext uri="{FF2B5EF4-FFF2-40B4-BE49-F238E27FC236}">
                <a16:creationId xmlns:a16="http://schemas.microsoft.com/office/drawing/2014/main" id="{1B3737AC-05A9-46CB-AE30-B8588537757C}"/>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14</a:t>
            </a:r>
          </a:p>
        </p:txBody>
      </p:sp>
      <p:pic>
        <p:nvPicPr>
          <p:cNvPr id="5" name="">
            <a:extLst xmlns:a="http://schemas.openxmlformats.org/drawingml/2006/main">
              <a:ext uri="{FF2B5EF4-FFF2-40B4-BE49-F238E27FC236}">
                <a16:creationId xmlns:a16="http://schemas.microsoft.com/office/drawing/2014/main" id="{AB143567-8F39-4C4F-A475-534CD585EE74}"/>
              </a:ext>
            </a:extLst>
          </p:cNvPr>
          <p:cNvPicPr>
            <a:picLocks xmlns:a="http://schemas.openxmlformats.org/drawingml/2006/main" noChangeAspect="1"/>
          </p:cNvPicPr>
          <p:nvPr/>
        </p:nvPicPr>
        <p:blipFill>
          <a:blip xmlns:r="http://schemas.openxmlformats.org/officeDocument/2006/relationships" xmlns:a="http://schemas.openxmlformats.org/drawingml/2006/main" r:embed="R3554f1ac34cd4df2"/>
          <a:srcRect xmlns:a="http://schemas.openxmlformats.org/drawingml/2006/main" l="24921" t="19403" r="2294" b="46766"/>
          <a:stretch xmlns:a="http://schemas.openxmlformats.org/drawingml/2006/main"/>
        </p:blipFill>
        <p:spPr>
          <a:xfrm xmlns:a="http://schemas.openxmlformats.org/drawingml/2006/main">
            <a:off x="1703294" y="2143125"/>
            <a:ext cx="10309412" cy="38100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3B0950A-3D47-403B-A915-744135A1764B}"/>
              </a:ext>
            </a:extLst>
          </p:cNvPr>
          <p:cNvPicPr>
            <a:picLocks xmlns:a="http://schemas.openxmlformats.org/drawingml/2006/main" noChangeAspect="1"/>
          </p:cNvPicPr>
          <p:nvPr/>
        </p:nvPicPr>
        <p:blipFill>
          <a:blip xmlns:r="http://schemas.openxmlformats.org/officeDocument/2006/relationships" xmlns:a="http://schemas.openxmlformats.org/drawingml/2006/main" r:embed="Rc99b4e5c58d64a4c"/>
          <a:srcRect xmlns:a="http://schemas.openxmlformats.org/drawingml/2006/main" l="24921" t="84577" r="2294" b="4478"/>
          <a:stretch xmlns:a="http://schemas.openxmlformats.org/drawingml/2006/main"/>
        </p:blipFill>
        <p:spPr>
          <a:xfrm xmlns:a="http://schemas.openxmlformats.org/drawingml/2006/main">
            <a:off x="2874818" y="6048375"/>
            <a:ext cx="7966364" cy="952500"/>
          </a:xfrm>
          <a:prstGeom xmlns:a="http://schemas.openxmlformats.org/drawingml/2006/main" prst="rect">
            <a:avLst/>
          </a:prstGeom>
        </p:spPr>
      </p:pic>
    </p:spTree>
    <p:extLst>
      <p:ext uri="{BB962C8B-B14F-4D97-AF65-F5344CB8AC3E}">
        <p14:creationId xmlns:p14="http://schemas.microsoft.com/office/powerpoint/2010/main" val="14810467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68">
            <a:extLst xmlns:a="http://schemas.openxmlformats.org/drawingml/2006/main">
              <a:ext uri="{FF2B5EF4-FFF2-40B4-BE49-F238E27FC236}">
                <a16:creationId xmlns:a16="http://schemas.microsoft.com/office/drawing/2014/main" id="{C5615CCA-4F4C-4B31-9D38-B6A39777D3E3}"/>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공지의 표시 범위와 게시 종료</a:t>
            </a:r>
          </a:p>
        </p:txBody>
      </p:sp>
      <p:sp>
        <p:nvSpPr>
          <p:cNvPr id="2" name="admin-guide-text-69">
            <a:extLst xmlns:a="http://schemas.openxmlformats.org/drawingml/2006/main">
              <a:ext uri="{FF2B5EF4-FFF2-40B4-BE49-F238E27FC236}">
                <a16:creationId xmlns:a16="http://schemas.microsoft.com/office/drawing/2014/main" id="{1A63B198-B22B-47E1-B70D-50C7CAD68A54}"/>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공지 저장 후 해당 심사국의 초기 사용자 선택 화면에 표시합니다.</a:t>
            </a:r>
          </a:p>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공지 내리기 또는 빈 내용 저장으로 게시를 끝낼 수 있습니다.</a:t>
            </a:r>
          </a:p>
        </p:txBody>
      </p:sp>
      <p:sp>
        <p:nvSpPr>
          <p:cNvPr id="3" name="admin-guide-text-70">
            <a:extLst xmlns:a="http://schemas.openxmlformats.org/drawingml/2006/main">
              <a:ext uri="{FF2B5EF4-FFF2-40B4-BE49-F238E27FC236}">
                <a16:creationId xmlns:a16="http://schemas.microsoft.com/office/drawing/2014/main" id="{2A6398CA-8AE4-401E-86C3-CFFA8E7A4FE5}"/>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71">
            <a:extLst xmlns:a="http://schemas.openxmlformats.org/drawingml/2006/main">
              <a:ext uri="{FF2B5EF4-FFF2-40B4-BE49-F238E27FC236}">
                <a16:creationId xmlns:a16="http://schemas.microsoft.com/office/drawing/2014/main" id="{92910B1C-22D7-468C-9BC8-49093F089E9A}"/>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15</a:t>
            </a:r>
          </a:p>
        </p:txBody>
      </p:sp>
      <p:pic>
        <p:nvPicPr>
          <p:cNvPr id="5" name="">
            <a:extLst xmlns:a="http://schemas.openxmlformats.org/drawingml/2006/main">
              <a:ext uri="{FF2B5EF4-FFF2-40B4-BE49-F238E27FC236}">
                <a16:creationId xmlns:a16="http://schemas.microsoft.com/office/drawing/2014/main" id="{C93A2F1D-8DA8-441C-A147-AB454BAB0213}"/>
              </a:ext>
            </a:extLst>
          </p:cNvPr>
          <p:cNvPicPr>
            <a:picLocks xmlns:a="http://schemas.openxmlformats.org/drawingml/2006/main" noChangeAspect="1"/>
          </p:cNvPicPr>
          <p:nvPr/>
        </p:nvPicPr>
        <p:blipFill>
          <a:blip xmlns:r="http://schemas.openxmlformats.org/officeDocument/2006/relationships" xmlns:a="http://schemas.openxmlformats.org/drawingml/2006/main" r:embed="Rf804afad06754fe7"/>
          <a:srcRect xmlns:a="http://schemas.openxmlformats.org/drawingml/2006/main" l="11472" t="15899" r="11392" b="38048"/>
          <a:stretch xmlns:a="http://schemas.openxmlformats.org/drawingml/2006/main"/>
        </p:blipFill>
        <p:spPr>
          <a:xfrm xmlns:a="http://schemas.openxmlformats.org/drawingml/2006/main">
            <a:off x="1440656" y="2143125"/>
            <a:ext cx="10834688" cy="4667250"/>
          </a:xfrm>
          <a:prstGeom xmlns:a="http://schemas.openxmlformats.org/drawingml/2006/main" prst="rect">
            <a:avLst/>
          </a:prstGeom>
        </p:spPr>
      </p:pic>
      <p:sp>
        <p:nvSpPr>
          <p:cNvPr id="6" name="admin-guide-text-72">
            <a:extLst xmlns:a="http://schemas.openxmlformats.org/drawingml/2006/main">
              <a:ext uri="{FF2B5EF4-FFF2-40B4-BE49-F238E27FC236}">
                <a16:creationId xmlns:a16="http://schemas.microsoft.com/office/drawing/2014/main" id="{8A62493C-14F5-4259-BB73-222981EA08F3}"/>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다른 심사국의 공지는 해당 심사국 관리 페이지에서 따로 설정합니다.</a:t>
            </a:r>
          </a:p>
        </p:txBody>
      </p:sp>
    </p:spTree>
    <p:extLst>
      <p:ext uri="{BB962C8B-B14F-4D97-AF65-F5344CB8AC3E}">
        <p14:creationId xmlns:p14="http://schemas.microsoft.com/office/powerpoint/2010/main" val="12812190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dmin-guide-text-73">
            <a:extLst xmlns:a="http://schemas.openxmlformats.org/drawingml/2006/main">
              <a:ext uri="{FF2B5EF4-FFF2-40B4-BE49-F238E27FC236}">
                <a16:creationId xmlns:a16="http://schemas.microsoft.com/office/drawing/2014/main" id="{37BC1745-D344-4122-ABD3-818F35138E91}"/>
              </a:ext>
            </a:extLst>
          </p:cNvPr>
          <p:cNvSpPr>
            <a:spLocks xmlns:a="http://schemas.openxmlformats.org/drawingml/2006/main" noGrp="1"/>
          </p:cNvSpPr>
          <p:nvPr/>
        </p:nvSpPr>
        <p:spPr>
          <a:xfrm xmlns:a="http://schemas.openxmlformats.org/drawingml/2006/main">
            <a:off x="571500" y="447675"/>
            <a:ext cx="12573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132F50"/>
                </a:solidFill>
                <a:latin typeface="Malgun Gothic"/>
                <a:ea typeface="Malgun Gothic"/>
                <a:cs typeface="Malgun Gothic"/>
              </a:defRPr>
            </a:defPPr>
            <a:lvl1pPr>
              <a:defRPr sz="3450" b="1">
                <a:solidFill>
                  <a:srgbClr val="132F50"/>
                </a:solidFill>
                <a:latin typeface="Malgun Gothic"/>
                <a:ea typeface="Malgun Gothic"/>
                <a:cs typeface="Malgun Gothic"/>
              </a:defRPr>
            </a:lvl1pPr>
            <a:lvl2pPr>
              <a:defRPr sz="3450" b="1">
                <a:solidFill>
                  <a:srgbClr val="132F50"/>
                </a:solidFill>
                <a:latin typeface="Malgun Gothic"/>
                <a:ea typeface="Malgun Gothic"/>
                <a:cs typeface="Malgun Gothic"/>
              </a:defRPr>
            </a:lvl2pPr>
            <a:lvl3pPr>
              <a:defRPr sz="3450" b="1">
                <a:solidFill>
                  <a:srgbClr val="132F50"/>
                </a:solidFill>
                <a:latin typeface="Malgun Gothic"/>
                <a:ea typeface="Malgun Gothic"/>
                <a:cs typeface="Malgun Gothic"/>
              </a:defRPr>
            </a:lvl3pPr>
            <a:lvl4pPr>
              <a:defRPr sz="3450" b="1">
                <a:solidFill>
                  <a:srgbClr val="132F50"/>
                </a:solidFill>
                <a:latin typeface="Malgun Gothic"/>
                <a:ea typeface="Malgun Gothic"/>
                <a:cs typeface="Malgun Gothic"/>
              </a:defRPr>
            </a:lvl4pPr>
            <a:lvl5pPr>
              <a:defRPr sz="3450" b="1">
                <a:solidFill>
                  <a:srgbClr val="132F50"/>
                </a:solidFill>
                <a:latin typeface="Malgun Gothic"/>
                <a:ea typeface="Malgun Gothic"/>
                <a:cs typeface="Malgun Gothic"/>
              </a:defRPr>
            </a:lvl5pPr>
            <a:lvl6pPr>
              <a:defRPr sz="3450" b="1">
                <a:solidFill>
                  <a:srgbClr val="132F50"/>
                </a:solidFill>
                <a:latin typeface="Malgun Gothic"/>
                <a:ea typeface="Malgun Gothic"/>
                <a:cs typeface="Malgun Gothic"/>
              </a:defRPr>
            </a:lvl6pPr>
            <a:lvl7pPr>
              <a:defRPr sz="3450" b="1">
                <a:solidFill>
                  <a:srgbClr val="132F50"/>
                </a:solidFill>
                <a:latin typeface="Malgun Gothic"/>
                <a:ea typeface="Malgun Gothic"/>
                <a:cs typeface="Malgun Gothic"/>
              </a:defRPr>
            </a:lvl7pPr>
            <a:lvl8pPr>
              <a:defRPr sz="3450" b="1">
                <a:solidFill>
                  <a:srgbClr val="132F50"/>
                </a:solidFill>
                <a:latin typeface="Malgun Gothic"/>
                <a:ea typeface="Malgun Gothic"/>
                <a:cs typeface="Malgun Gothic"/>
              </a:defRPr>
            </a:lvl8pPr>
            <a:lvl9pPr>
              <a:defRPr sz="3450" b="1">
                <a:solidFill>
                  <a:srgbClr val="132F50"/>
                </a:solidFill>
                <a:latin typeface="Malgun Gothic"/>
                <a:ea typeface="Malgun Gothic"/>
                <a:cs typeface="Malgun Gothic"/>
              </a:defRPr>
            </a:lvl9pPr>
          </a:lstStyle>
          <a:p xmlns:a="http://schemas.openxmlformats.org/drawingml/2006/main">
            <a:pPr>
              <a:defRPr sz="3450" b="1">
                <a:solidFill>
                  <a:srgbClr val="132F50"/>
                </a:solidFill>
                <a:latin typeface="Malgun Gothic"/>
                <a:ea typeface="Malgun Gothic"/>
                <a:cs typeface="Malgun Gothic"/>
              </a:defRPr>
            </a:pPr>
            <a:r>
              <a:rPr sz="3450" b="1">
                <a:solidFill>
                  <a:srgbClr val="132F50"/>
                </a:solidFill>
                <a:latin typeface="Malgun Gothic"/>
                <a:ea typeface="Malgun Gothic"/>
                <a:cs typeface="Malgun Gothic"/>
              </a:rPr>
              <a:t>심사국별 설정 순서</a:t>
            </a:r>
          </a:p>
        </p:txBody>
      </p:sp>
      <p:sp>
        <p:nvSpPr>
          <p:cNvPr id="2" name="admin-guide-text-74">
            <a:extLst xmlns:a="http://schemas.openxmlformats.org/drawingml/2006/main">
              <a:ext uri="{FF2B5EF4-FFF2-40B4-BE49-F238E27FC236}">
                <a16:creationId xmlns:a16="http://schemas.microsoft.com/office/drawing/2014/main" id="{708F0A9B-0F5C-48E8-988B-116CACF46624}"/>
              </a:ext>
            </a:extLst>
          </p:cNvPr>
          <p:cNvSpPr>
            <a:spLocks xmlns:a="http://schemas.openxmlformats.org/drawingml/2006/main" noGrp="1"/>
          </p:cNvSpPr>
          <p:nvPr/>
        </p:nvSpPr>
        <p:spPr>
          <a:xfrm xmlns:a="http://schemas.openxmlformats.org/drawingml/2006/main">
            <a:off x="571500" y="1276350"/>
            <a:ext cx="1257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a:solidFill>
                  <a:srgbClr val="152B41"/>
                </a:solidFill>
                <a:latin typeface="Malgun Gothic"/>
                <a:ea typeface="Malgun Gothic"/>
                <a:cs typeface="Malgun Gothic"/>
              </a:defRPr>
            </a:defPPr>
            <a:lvl1pPr>
              <a:defRPr sz="1950">
                <a:solidFill>
                  <a:srgbClr val="152B41"/>
                </a:solidFill>
                <a:latin typeface="Malgun Gothic"/>
                <a:ea typeface="Malgun Gothic"/>
                <a:cs typeface="Malgun Gothic"/>
              </a:defRPr>
            </a:lvl1pPr>
            <a:lvl2pPr>
              <a:defRPr sz="1950">
                <a:solidFill>
                  <a:srgbClr val="152B41"/>
                </a:solidFill>
                <a:latin typeface="Malgun Gothic"/>
                <a:ea typeface="Malgun Gothic"/>
                <a:cs typeface="Malgun Gothic"/>
              </a:defRPr>
            </a:lvl2pPr>
            <a:lvl3pPr>
              <a:defRPr sz="1950">
                <a:solidFill>
                  <a:srgbClr val="152B41"/>
                </a:solidFill>
                <a:latin typeface="Malgun Gothic"/>
                <a:ea typeface="Malgun Gothic"/>
                <a:cs typeface="Malgun Gothic"/>
              </a:defRPr>
            </a:lvl3pPr>
            <a:lvl4pPr>
              <a:defRPr sz="1950">
                <a:solidFill>
                  <a:srgbClr val="152B41"/>
                </a:solidFill>
                <a:latin typeface="Malgun Gothic"/>
                <a:ea typeface="Malgun Gothic"/>
                <a:cs typeface="Malgun Gothic"/>
              </a:defRPr>
            </a:lvl4pPr>
            <a:lvl5pPr>
              <a:defRPr sz="1950">
                <a:solidFill>
                  <a:srgbClr val="152B41"/>
                </a:solidFill>
                <a:latin typeface="Malgun Gothic"/>
                <a:ea typeface="Malgun Gothic"/>
                <a:cs typeface="Malgun Gothic"/>
              </a:defRPr>
            </a:lvl5pPr>
            <a:lvl6pPr>
              <a:defRPr sz="1950">
                <a:solidFill>
                  <a:srgbClr val="152B41"/>
                </a:solidFill>
                <a:latin typeface="Malgun Gothic"/>
                <a:ea typeface="Malgun Gothic"/>
                <a:cs typeface="Malgun Gothic"/>
              </a:defRPr>
            </a:lvl6pPr>
            <a:lvl7pPr>
              <a:defRPr sz="1950">
                <a:solidFill>
                  <a:srgbClr val="152B41"/>
                </a:solidFill>
                <a:latin typeface="Malgun Gothic"/>
                <a:ea typeface="Malgun Gothic"/>
                <a:cs typeface="Malgun Gothic"/>
              </a:defRPr>
            </a:lvl7pPr>
            <a:lvl8pPr>
              <a:defRPr sz="1950">
                <a:solidFill>
                  <a:srgbClr val="152B41"/>
                </a:solidFill>
                <a:latin typeface="Malgun Gothic"/>
                <a:ea typeface="Malgun Gothic"/>
                <a:cs typeface="Malgun Gothic"/>
              </a:defRPr>
            </a:lvl8pPr>
            <a:lvl9pPr>
              <a:defRPr sz="1950">
                <a:solidFill>
                  <a:srgbClr val="152B41"/>
                </a:solidFill>
                <a:latin typeface="Malgun Gothic"/>
                <a:ea typeface="Malgun Gothic"/>
                <a:cs typeface="Malgun Gothic"/>
              </a:defRPr>
            </a:lvl9pPr>
          </a:lstStyle>
          <a:p xmlns:a="http://schemas.openxmlformats.org/drawingml/2006/main">
            <a:pPr>
              <a:defRPr sz="1950">
                <a:solidFill>
                  <a:srgbClr val="152B41"/>
                </a:solidFill>
                <a:latin typeface="Malgun Gothic"/>
                <a:ea typeface="Malgun Gothic"/>
                <a:cs typeface="Malgun Gothic"/>
              </a:defRPr>
            </a:pPr>
            <a:r>
              <a:rPr sz="1950">
                <a:solidFill>
                  <a:srgbClr val="152B41"/>
                </a:solidFill>
                <a:latin typeface="Malgun Gothic"/>
                <a:ea typeface="Malgun Gothic"/>
                <a:cs typeface="Malgun Gothic"/>
              </a:rPr>
              <a:t>처음 운영할 때는 공통 설정을 준비한 뒤 월별 운영을 시작합니다.</a:t>
            </a:r>
          </a:p>
        </p:txBody>
      </p:sp>
      <p:sp>
        <p:nvSpPr>
          <p:cNvPr id="3" name="admin-guide-text-75">
            <a:extLst xmlns:a="http://schemas.openxmlformats.org/drawingml/2006/main">
              <a:ext uri="{FF2B5EF4-FFF2-40B4-BE49-F238E27FC236}">
                <a16:creationId xmlns:a16="http://schemas.microsoft.com/office/drawing/2014/main" id="{388D12F8-142C-4CF4-9E10-EDAF805B169B}"/>
              </a:ext>
            </a:extLst>
          </p:cNvPr>
          <p:cNvSpPr>
            <a:spLocks xmlns:a="http://schemas.openxmlformats.org/drawingml/2006/main" noGrp="1"/>
          </p:cNvSpPr>
          <p:nvPr/>
        </p:nvSpPr>
        <p:spPr>
          <a:xfrm xmlns:a="http://schemas.openxmlformats.org/drawingml/2006/main">
            <a:off x="571500" y="7286625"/>
            <a:ext cx="10763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solidFill>
                  <a:srgbClr val="566A7E"/>
                </a:solidFill>
                <a:latin typeface="Malgun Gothic"/>
                <a:ea typeface="Malgun Gothic"/>
                <a:cs typeface="Malgun Gothic"/>
              </a:defRPr>
            </a:defPPr>
            <a:lvl1pPr>
              <a:defRPr sz="1200">
                <a:solidFill>
                  <a:srgbClr val="566A7E"/>
                </a:solidFill>
                <a:latin typeface="Malgun Gothic"/>
                <a:ea typeface="Malgun Gothic"/>
                <a:cs typeface="Malgun Gothic"/>
              </a:defRPr>
            </a:lvl1pPr>
            <a:lvl2pPr>
              <a:defRPr sz="1200">
                <a:solidFill>
                  <a:srgbClr val="566A7E"/>
                </a:solidFill>
                <a:latin typeface="Malgun Gothic"/>
                <a:ea typeface="Malgun Gothic"/>
                <a:cs typeface="Malgun Gothic"/>
              </a:defRPr>
            </a:lvl2pPr>
            <a:lvl3pPr>
              <a:defRPr sz="1200">
                <a:solidFill>
                  <a:srgbClr val="566A7E"/>
                </a:solidFill>
                <a:latin typeface="Malgun Gothic"/>
                <a:ea typeface="Malgun Gothic"/>
                <a:cs typeface="Malgun Gothic"/>
              </a:defRPr>
            </a:lvl3pPr>
            <a:lvl4pPr>
              <a:defRPr sz="1200">
                <a:solidFill>
                  <a:srgbClr val="566A7E"/>
                </a:solidFill>
                <a:latin typeface="Malgun Gothic"/>
                <a:ea typeface="Malgun Gothic"/>
                <a:cs typeface="Malgun Gothic"/>
              </a:defRPr>
            </a:lvl4pPr>
            <a:lvl5pPr>
              <a:defRPr sz="1200">
                <a:solidFill>
                  <a:srgbClr val="566A7E"/>
                </a:solidFill>
                <a:latin typeface="Malgun Gothic"/>
                <a:ea typeface="Malgun Gothic"/>
                <a:cs typeface="Malgun Gothic"/>
              </a:defRPr>
            </a:lvl5pPr>
            <a:lvl6pPr>
              <a:defRPr sz="1200">
                <a:solidFill>
                  <a:srgbClr val="566A7E"/>
                </a:solidFill>
                <a:latin typeface="Malgun Gothic"/>
                <a:ea typeface="Malgun Gothic"/>
                <a:cs typeface="Malgun Gothic"/>
              </a:defRPr>
            </a:lvl6pPr>
            <a:lvl7pPr>
              <a:defRPr sz="1200">
                <a:solidFill>
                  <a:srgbClr val="566A7E"/>
                </a:solidFill>
                <a:latin typeface="Malgun Gothic"/>
                <a:ea typeface="Malgun Gothic"/>
                <a:cs typeface="Malgun Gothic"/>
              </a:defRPr>
            </a:lvl7pPr>
            <a:lvl8pPr>
              <a:defRPr sz="1200">
                <a:solidFill>
                  <a:srgbClr val="566A7E"/>
                </a:solidFill>
                <a:latin typeface="Malgun Gothic"/>
                <a:ea typeface="Malgun Gothic"/>
                <a:cs typeface="Malgun Gothic"/>
              </a:defRPr>
            </a:lvl8pPr>
            <a:lvl9pPr>
              <a:defRPr sz="1200">
                <a:solidFill>
                  <a:srgbClr val="566A7E"/>
                </a:solidFill>
                <a:latin typeface="Malgun Gothic"/>
                <a:ea typeface="Malgun Gothic"/>
                <a:cs typeface="Malgun Gothic"/>
              </a:defRPr>
            </a:lvl9pPr>
          </a:lstStyle>
          <a:p xmlns:a="http://schemas.openxmlformats.org/drawingml/2006/main">
            <a:pPr>
              <a:defRPr sz="1200">
                <a:solidFill>
                  <a:srgbClr val="566A7E"/>
                </a:solidFill>
                <a:latin typeface="Malgun Gothic"/>
                <a:ea typeface="Malgun Gothic"/>
                <a:cs typeface="Malgun Gothic"/>
              </a:defRPr>
            </a:pPr>
            <a:r>
              <a:rPr sz="1200">
                <a:solidFill>
                  <a:srgbClr val="566A7E"/>
                </a:solidFill>
                <a:latin typeface="Malgun Gothic"/>
                <a:ea typeface="Malgun Gothic"/>
                <a:cs typeface="Malgun Gothic"/>
              </a:rPr>
              <a:t>심사국별 관리 페이지 설정 안내</a:t>
            </a:r>
          </a:p>
        </p:txBody>
      </p:sp>
      <p:sp>
        <p:nvSpPr>
          <p:cNvPr id="4" name="admin-guide-text-76">
            <a:extLst xmlns:a="http://schemas.openxmlformats.org/drawingml/2006/main">
              <a:ext uri="{FF2B5EF4-FFF2-40B4-BE49-F238E27FC236}">
                <a16:creationId xmlns:a16="http://schemas.microsoft.com/office/drawing/2014/main" id="{B421EBB4-7330-4167-ADF3-FBFFDFAFD172}"/>
              </a:ext>
            </a:extLst>
          </p:cNvPr>
          <p:cNvSpPr>
            <a:spLocks xmlns:a="http://schemas.openxmlformats.org/drawingml/2006/main" noGrp="1"/>
          </p:cNvSpPr>
          <p:nvPr/>
        </p:nvSpPr>
        <p:spPr>
          <a:xfrm xmlns:a="http://schemas.openxmlformats.org/drawingml/2006/main">
            <a:off x="12382500" y="72485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a:solidFill>
                  <a:srgbClr val="566A7E"/>
                </a:solidFill>
                <a:latin typeface="Malgun Gothic"/>
                <a:ea typeface="Malgun Gothic"/>
                <a:cs typeface="Malgun Gothic"/>
              </a:defRPr>
            </a:defPPr>
            <a:lvl1pPr algn="r">
              <a:defRPr sz="1500">
                <a:solidFill>
                  <a:srgbClr val="566A7E"/>
                </a:solidFill>
                <a:latin typeface="Malgun Gothic"/>
                <a:ea typeface="Malgun Gothic"/>
                <a:cs typeface="Malgun Gothic"/>
              </a:defRPr>
            </a:lvl1pPr>
            <a:lvl2pPr algn="r">
              <a:defRPr sz="1500">
                <a:solidFill>
                  <a:srgbClr val="566A7E"/>
                </a:solidFill>
                <a:latin typeface="Malgun Gothic"/>
                <a:ea typeface="Malgun Gothic"/>
                <a:cs typeface="Malgun Gothic"/>
              </a:defRPr>
            </a:lvl2pPr>
            <a:lvl3pPr algn="r">
              <a:defRPr sz="1500">
                <a:solidFill>
                  <a:srgbClr val="566A7E"/>
                </a:solidFill>
                <a:latin typeface="Malgun Gothic"/>
                <a:ea typeface="Malgun Gothic"/>
                <a:cs typeface="Malgun Gothic"/>
              </a:defRPr>
            </a:lvl3pPr>
            <a:lvl4pPr algn="r">
              <a:defRPr sz="1500">
                <a:solidFill>
                  <a:srgbClr val="566A7E"/>
                </a:solidFill>
                <a:latin typeface="Malgun Gothic"/>
                <a:ea typeface="Malgun Gothic"/>
                <a:cs typeface="Malgun Gothic"/>
              </a:defRPr>
            </a:lvl4pPr>
            <a:lvl5pPr algn="r">
              <a:defRPr sz="1500">
                <a:solidFill>
                  <a:srgbClr val="566A7E"/>
                </a:solidFill>
                <a:latin typeface="Malgun Gothic"/>
                <a:ea typeface="Malgun Gothic"/>
                <a:cs typeface="Malgun Gothic"/>
              </a:defRPr>
            </a:lvl5pPr>
            <a:lvl6pPr algn="r">
              <a:defRPr sz="1500">
                <a:solidFill>
                  <a:srgbClr val="566A7E"/>
                </a:solidFill>
                <a:latin typeface="Malgun Gothic"/>
                <a:ea typeface="Malgun Gothic"/>
                <a:cs typeface="Malgun Gothic"/>
              </a:defRPr>
            </a:lvl6pPr>
            <a:lvl7pPr algn="r">
              <a:defRPr sz="1500">
                <a:solidFill>
                  <a:srgbClr val="566A7E"/>
                </a:solidFill>
                <a:latin typeface="Malgun Gothic"/>
                <a:ea typeface="Malgun Gothic"/>
                <a:cs typeface="Malgun Gothic"/>
              </a:defRPr>
            </a:lvl7pPr>
            <a:lvl8pPr algn="r">
              <a:defRPr sz="1500">
                <a:solidFill>
                  <a:srgbClr val="566A7E"/>
                </a:solidFill>
                <a:latin typeface="Malgun Gothic"/>
                <a:ea typeface="Malgun Gothic"/>
                <a:cs typeface="Malgun Gothic"/>
              </a:defRPr>
            </a:lvl8pPr>
            <a:lvl9pPr algn="r">
              <a:defRPr sz="1500">
                <a:solidFill>
                  <a:srgbClr val="566A7E"/>
                </a:solidFill>
                <a:latin typeface="Malgun Gothic"/>
                <a:ea typeface="Malgun Gothic"/>
                <a:cs typeface="Malgun Gothic"/>
              </a:defRPr>
            </a:lvl9pPr>
          </a:lstStyle>
          <a:p xmlns:a="http://schemas.openxmlformats.org/drawingml/2006/main">
            <a:pPr algn="r">
              <a:defRPr sz="1500">
                <a:solidFill>
                  <a:srgbClr val="566A7E"/>
                </a:solidFill>
                <a:latin typeface="Malgun Gothic"/>
                <a:ea typeface="Malgun Gothic"/>
                <a:cs typeface="Malgun Gothic"/>
              </a:defRPr>
            </a:pPr>
            <a:r>
              <a:rPr sz="1500">
                <a:solidFill>
                  <a:srgbClr val="566A7E"/>
                </a:solidFill>
                <a:latin typeface="Malgun Gothic"/>
                <a:ea typeface="Malgun Gothic"/>
                <a:cs typeface="Malgun Gothic"/>
              </a:rPr>
              <a:t>16</a:t>
            </a:r>
          </a:p>
        </p:txBody>
      </p:sp>
      <p:graphicFrame>
        <p:nvGraphicFramePr>
          <p:cNvPr id="5" name="">
            <a:extLst xmlns:a="http://schemas.openxmlformats.org/drawingml/2006/main">
              <a:ext uri="{FF2B5EF4-FFF2-40B4-BE49-F238E27FC236}">
                <a16:creationId xmlns:a16="http://schemas.microsoft.com/office/drawing/2014/main" id="{30564143-9933-4D8E-8410-E308FBB6AC8D}"/>
              </a:ext>
            </a:extLst>
          </p:cNvPr>
          <p:cNvGraphicFramePr/>
          <p:nvPr/>
        </p:nvGraphicFramePr>
        <p:xfrm>
          <a:off xmlns:a="http://schemas.openxmlformats.org/drawingml/2006/main" x="571500" y="2238375"/>
          <a:ext xmlns:a="http://schemas.openxmlformats.org/drawingml/2006/main" cx="12573000" cy="4000500"/>
        </p:xfrm>
        <a:graphic xmlns:a="http://schemas.openxmlformats.org/drawingml/2006/main">
          <a:graphicData uri="http://schemas.openxmlformats.org/drawingml/2006/table">
            <a:tbl>
              <a:tblPr/>
              <a:tblGrid>
                <a:gridCol w="2857500"/>
                <a:gridCol w="3048000"/>
                <a:gridCol w="6667500"/>
              </a:tblGrid>
              <a:tr h="571500">
                <a:tc>
                  <a:txBody>
                    <a:bodyPr/>
                    <a:lstStyle/>
                    <a:p>
                      <a:r>
                        <a:rPr sz="1875" b="1">
                          <a:solidFill>
                            <a:srgbClr val="FFFFFF"/>
                          </a:solidFill>
                          <a:latin typeface="Malgun Gothic"/>
                          <a:ea typeface="Malgun Gothic"/>
                          <a:cs typeface="Malgun Gothic"/>
                        </a:rPr>
                        <a:t>순서</a:t>
                      </a:r>
                    </a:p>
                  </a:txBody>
                  <a:tcPr marL="152400" marR="152400" marT="95250" marB="95250" anchor="ctr">
                    <a:lnL w="9525">
                      <a:solidFill>
                        <a:srgbClr val="CFD9E4"/>
                      </a:solidFill>
                      <a:prstDash val="solid"/>
                    </a:lnL>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c>
                  <a:txBody>
                    <a:bodyPr/>
                    <a:lstStyle/>
                    <a:p>
                      <a:r>
                        <a:rPr sz="1875" b="1">
                          <a:solidFill>
                            <a:srgbClr val="FFFFFF"/>
                          </a:solidFill>
                          <a:latin typeface="Malgun Gothic"/>
                          <a:ea typeface="Malgun Gothic"/>
                          <a:cs typeface="Malgun Gothic"/>
                        </a:rPr>
                        <a:t>메뉴</a:t>
                      </a:r>
                    </a:p>
                  </a:txBody>
                  <a:tcPr marL="152400" marR="152400" marT="95250" marB="95250" anchor="ctr">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c>
                  <a:txBody>
                    <a:bodyPr/>
                    <a:lstStyle/>
                    <a:p>
                      <a:r>
                        <a:rPr sz="1875" b="1">
                          <a:solidFill>
                            <a:srgbClr val="FFFFFF"/>
                          </a:solidFill>
                          <a:latin typeface="Malgun Gothic"/>
                          <a:ea typeface="Malgun Gothic"/>
                          <a:cs typeface="Malgun Gothic"/>
                        </a:rPr>
                        <a:t>확인할 내용</a:t>
                      </a:r>
                    </a:p>
                  </a:txBody>
                  <a:tcPr marL="152400" marR="152400" marT="95250" marB="95250" anchor="ctr">
                    <a:lnR w="9525">
                      <a:solidFill>
                        <a:srgbClr val="CFD9E4"/>
                      </a:solidFill>
                      <a:prstDash val="solid"/>
                    </a:lnR>
                    <a:lnT w="9525">
                      <a:solidFill>
                        <a:srgbClr val="CFD9E4"/>
                      </a:solidFill>
                      <a:prstDash val="solid"/>
                    </a:lnT>
                    <a:lnB w="9525">
                      <a:solidFill>
                        <a:srgbClr val="CFD9E4"/>
                      </a:solidFill>
                      <a:prstDash val="solid"/>
                    </a:lnB>
                    <a:solidFill>
                      <a:srgbClr val="132F50"/>
                    </a:solidFill>
                  </a:tcPr>
                </a:tc>
              </a:tr>
              <a:tr h="571500">
                <a:tc>
                  <a:txBody>
                    <a:bodyPr/>
                    <a:lstStyle/>
                    <a:p>
                      <a:r>
                        <a:rPr sz="1875" b="0">
                          <a:solidFill>
                            <a:srgbClr val="152B41"/>
                          </a:solidFill>
                          <a:latin typeface="Malgun Gothic"/>
                          <a:ea typeface="Malgun Gothic"/>
                          <a:cs typeface="Malgun Gothic"/>
                        </a:rPr>
                        <a:t>1. 그룹·심사관</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심사관 관리</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심사과·소속 그룹·권한·계정 상태</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75" b="0">
                          <a:solidFill>
                            <a:srgbClr val="152B41"/>
                          </a:solidFill>
                          <a:latin typeface="Malgun Gothic"/>
                          <a:ea typeface="Malgun Gothic"/>
                          <a:cs typeface="Malgun Gothic"/>
                        </a:rPr>
                        <a:t>2. AI 종류</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AI 종류</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사용할 AI 이름·활성 여부</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1875" b="0">
                          <a:solidFill>
                            <a:srgbClr val="152B41"/>
                          </a:solidFill>
                          <a:latin typeface="Malgun Gothic"/>
                          <a:ea typeface="Malgun Gothic"/>
                          <a:cs typeface="Malgun Gothic"/>
                        </a:rPr>
                        <a:t>3. AI 담당 배정</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심사관 관리</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그룹과 AI별 담당자</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75" b="0">
                          <a:solidFill>
                            <a:srgbClr val="152B41"/>
                          </a:solidFill>
                          <a:latin typeface="Malgun Gothic"/>
                          <a:ea typeface="Malgun Gothic"/>
                          <a:cs typeface="Malgun Gothic"/>
                        </a:rPr>
                        <a:t>4. 단계·기한</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월별 운영</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해당 월의 세 단계 상태와 예정 기한</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r h="571500">
                <a:tc>
                  <a:txBody>
                    <a:bodyPr/>
                    <a:lstStyle/>
                    <a:p>
                      <a:r>
                        <a:rPr sz="1875" b="0">
                          <a:solidFill>
                            <a:srgbClr val="152B41"/>
                          </a:solidFill>
                          <a:latin typeface="Malgun Gothic"/>
                          <a:ea typeface="Malgun Gothic"/>
                          <a:cs typeface="Malgun Gothic"/>
                        </a:rPr>
                        <a:t>5. 공지 게시</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공지사항 관리</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c>
                  <a:txBody>
                    <a:bodyPr/>
                    <a:lstStyle/>
                    <a:p>
                      <a:r>
                        <a:rPr sz="1875" b="0">
                          <a:solidFill>
                            <a:srgbClr val="152B41"/>
                          </a:solidFill>
                          <a:latin typeface="Malgun Gothic"/>
                          <a:ea typeface="Malgun Gothic"/>
                          <a:cs typeface="Malgun Gothic"/>
                        </a:rPr>
                        <a:t>공지 미리보기·저장·게시 상태</a:t>
                      </a:r>
                    </a:p>
                  </a:txBody>
                  <a:tcPr marL="152400" marR="152400" marT="95250" marB="95250" anchor="ctr">
                    <a:lnR w="9525">
                      <a:solidFill>
                        <a:srgbClr val="CFD9E4"/>
                      </a:solidFill>
                      <a:prstDash val="solid"/>
                    </a:lnR>
                    <a:lnB w="9525">
                      <a:solidFill>
                        <a:srgbClr val="CFD9E4"/>
                      </a:solidFill>
                      <a:prstDash val="solid"/>
                    </a:lnB>
                    <a:solidFill>
                      <a:srgbClr val="FFFFFF"/>
                    </a:solidFill>
                  </a:tcPr>
                </a:tc>
              </a:tr>
              <a:tr h="571500">
                <a:tc>
                  <a:txBody>
                    <a:bodyPr/>
                    <a:lstStyle/>
                    <a:p>
                      <a:r>
                        <a:rPr sz="1875" b="0">
                          <a:solidFill>
                            <a:srgbClr val="152B41"/>
                          </a:solidFill>
                          <a:latin typeface="Malgun Gothic"/>
                          <a:ea typeface="Malgun Gothic"/>
                          <a:cs typeface="Malgun Gothic"/>
                        </a:rPr>
                        <a:t>6. 운영 점검</a:t>
                      </a:r>
                    </a:p>
                  </a:txBody>
                  <a:tcPr marL="152400" marR="152400" marT="95250" marB="95250" anchor="ctr">
                    <a:lnL w="9525">
                      <a:solidFill>
                        <a:srgbClr val="CFD9E4"/>
                      </a:solidFill>
                      <a:prstDash val="solid"/>
                    </a:lnL>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운영 현황</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c>
                  <a:txBody>
                    <a:bodyPr/>
                    <a:lstStyle/>
                    <a:p>
                      <a:r>
                        <a:rPr sz="1875" b="0">
                          <a:solidFill>
                            <a:srgbClr val="152B41"/>
                          </a:solidFill>
                          <a:latin typeface="Malgun Gothic"/>
                          <a:ea typeface="Malgun Gothic"/>
                          <a:cs typeface="Malgun Gothic"/>
                        </a:rPr>
                        <a:t>진행률·엑셀·월 전체 마감</a:t>
                      </a:r>
                    </a:p>
                  </a:txBody>
                  <a:tcPr marL="152400" marR="152400" marT="95250" marB="95250" anchor="ctr">
                    <a:lnR w="9525">
                      <a:solidFill>
                        <a:srgbClr val="CFD9E4"/>
                      </a:solidFill>
                      <a:prstDash val="solid"/>
                    </a:lnR>
                    <a:lnB w="9525">
                      <a:solidFill>
                        <a:srgbClr val="CFD9E4"/>
                      </a:solidFill>
                      <a:prstDash val="solid"/>
                    </a:lnB>
                    <a:solidFill>
                      <a:srgbClr val="F1F5F9"/>
                    </a:solidFill>
                  </a:tcPr>
                </a:tc>
              </a:tr>
            </a:tbl>
          </a:graphicData>
        </a:graphic>
      </p:graphicFrame>
      <p:sp>
        <p:nvSpPr>
          <p:cNvPr id="6" name="admin-guide-text-77">
            <a:extLst xmlns:a="http://schemas.openxmlformats.org/drawingml/2006/main">
              <a:ext uri="{FF2B5EF4-FFF2-40B4-BE49-F238E27FC236}">
                <a16:creationId xmlns:a16="http://schemas.microsoft.com/office/drawing/2014/main" id="{19750FDC-9704-4330-9059-AE03C279BD1A}"/>
              </a:ext>
            </a:extLst>
          </p:cNvPr>
          <p:cNvSpPr>
            <a:spLocks xmlns:a="http://schemas.openxmlformats.org/drawingml/2006/main" noGrp="1"/>
          </p:cNvSpPr>
          <p:nvPr/>
        </p:nvSpPr>
        <p:spPr>
          <a:xfrm xmlns:a="http://schemas.openxmlformats.org/drawingml/2006/main">
            <a:off x="571500" y="6877050"/>
            <a:ext cx="1257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65CB8"/>
                </a:solidFill>
                <a:latin typeface="Malgun Gothic"/>
                <a:ea typeface="Malgun Gothic"/>
                <a:cs typeface="Malgun Gothic"/>
              </a:defRPr>
            </a:defPPr>
            <a:lvl1pPr>
              <a:defRPr sz="1650" b="1">
                <a:solidFill>
                  <a:srgbClr val="165CB8"/>
                </a:solidFill>
                <a:latin typeface="Malgun Gothic"/>
                <a:ea typeface="Malgun Gothic"/>
                <a:cs typeface="Malgun Gothic"/>
              </a:defRPr>
            </a:lvl1pPr>
            <a:lvl2pPr>
              <a:defRPr sz="1650" b="1">
                <a:solidFill>
                  <a:srgbClr val="165CB8"/>
                </a:solidFill>
                <a:latin typeface="Malgun Gothic"/>
                <a:ea typeface="Malgun Gothic"/>
                <a:cs typeface="Malgun Gothic"/>
              </a:defRPr>
            </a:lvl2pPr>
            <a:lvl3pPr>
              <a:defRPr sz="1650" b="1">
                <a:solidFill>
                  <a:srgbClr val="165CB8"/>
                </a:solidFill>
                <a:latin typeface="Malgun Gothic"/>
                <a:ea typeface="Malgun Gothic"/>
                <a:cs typeface="Malgun Gothic"/>
              </a:defRPr>
            </a:lvl3pPr>
            <a:lvl4pPr>
              <a:defRPr sz="1650" b="1">
                <a:solidFill>
                  <a:srgbClr val="165CB8"/>
                </a:solidFill>
                <a:latin typeface="Malgun Gothic"/>
                <a:ea typeface="Malgun Gothic"/>
                <a:cs typeface="Malgun Gothic"/>
              </a:defRPr>
            </a:lvl4pPr>
            <a:lvl5pPr>
              <a:defRPr sz="1650" b="1">
                <a:solidFill>
                  <a:srgbClr val="165CB8"/>
                </a:solidFill>
                <a:latin typeface="Malgun Gothic"/>
                <a:ea typeface="Malgun Gothic"/>
                <a:cs typeface="Malgun Gothic"/>
              </a:defRPr>
            </a:lvl5pPr>
            <a:lvl6pPr>
              <a:defRPr sz="1650" b="1">
                <a:solidFill>
                  <a:srgbClr val="165CB8"/>
                </a:solidFill>
                <a:latin typeface="Malgun Gothic"/>
                <a:ea typeface="Malgun Gothic"/>
                <a:cs typeface="Malgun Gothic"/>
              </a:defRPr>
            </a:lvl6pPr>
            <a:lvl7pPr>
              <a:defRPr sz="1650" b="1">
                <a:solidFill>
                  <a:srgbClr val="165CB8"/>
                </a:solidFill>
                <a:latin typeface="Malgun Gothic"/>
                <a:ea typeface="Malgun Gothic"/>
                <a:cs typeface="Malgun Gothic"/>
              </a:defRPr>
            </a:lvl7pPr>
            <a:lvl8pPr>
              <a:defRPr sz="1650" b="1">
                <a:solidFill>
                  <a:srgbClr val="165CB8"/>
                </a:solidFill>
                <a:latin typeface="Malgun Gothic"/>
                <a:ea typeface="Malgun Gothic"/>
                <a:cs typeface="Malgun Gothic"/>
              </a:defRPr>
            </a:lvl8pPr>
            <a:lvl9pPr>
              <a:defRPr sz="1650" b="1">
                <a:solidFill>
                  <a:srgbClr val="165CB8"/>
                </a:solidFill>
                <a:latin typeface="Malgun Gothic"/>
                <a:ea typeface="Malgun Gothic"/>
                <a:cs typeface="Malgun Gothic"/>
              </a:defRPr>
            </a:lvl9pPr>
          </a:lstStyle>
          <a:p xmlns:a="http://schemas.openxmlformats.org/drawingml/2006/main">
            <a:pPr>
              <a:defRPr sz="1650" b="1">
                <a:solidFill>
                  <a:srgbClr val="165CB8"/>
                </a:solidFill>
                <a:latin typeface="Malgun Gothic"/>
                <a:ea typeface="Malgun Gothic"/>
                <a:cs typeface="Malgun Gothic"/>
              </a:defRPr>
            </a:pPr>
            <a:r>
              <a:rPr sz="1650" b="1">
                <a:solidFill>
                  <a:srgbClr val="165CB8"/>
                </a:solidFill>
                <a:latin typeface="Malgun Gothic"/>
                <a:ea typeface="Malgun Gothic"/>
                <a:cs typeface="Malgun Gothic"/>
              </a:rPr>
              <a:t>설정 전에는 심사국, 월별 작업 전에는 운영월을 확인합니다.</a:t>
            </a:r>
          </a:p>
        </p:txBody>
      </p:sp>
    </p:spTree>
    <p:extLst>
      <p:ext uri="{BB962C8B-B14F-4D97-AF65-F5344CB8AC3E}">
        <p14:creationId xmlns:p14="http://schemas.microsoft.com/office/powerpoint/2010/main" val="1639116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2026-10-31T10:31:18.7610000Z</dcterms:created>
  <dcterms:modified xsi:type="dcterms:W3CDTF">2026-10-31T10:31:18.7610000Z</dcterms:modified>
</coreProperties>
</file>